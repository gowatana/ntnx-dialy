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1309" r:id="rId2"/>
    <p:sldId id="1324" r:id="rId3"/>
    <p:sldId id="1325" r:id="rId4"/>
    <p:sldId id="1326" r:id="rId5"/>
    <p:sldId id="1327" r:id="rId6"/>
    <p:sldId id="1328" r:id="rId7"/>
    <p:sldId id="1329" r:id="rId8"/>
    <p:sldId id="1330" r:id="rId9"/>
    <p:sldId id="1331" r:id="rId10"/>
    <p:sldId id="1332" r:id="rId11"/>
    <p:sldId id="1333" r:id="rId12"/>
    <p:sldId id="1334" r:id="rId13"/>
    <p:sldId id="1335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FFCC99"/>
    <a:srgbClr val="D20F35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4C67D6-6B9F-4710-B834-28D44A756969}" v="146" dt="2026-05-06T11:49:51.8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59" autoAdjust="0"/>
    <p:restoredTop sz="94262" autoAdjust="0"/>
  </p:normalViewPr>
  <p:slideViewPr>
    <p:cSldViewPr snapToGrid="0">
      <p:cViewPr varScale="1">
        <p:scale>
          <a:sx n="119" d="100"/>
          <a:sy n="119" d="100"/>
        </p:scale>
        <p:origin x="56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11040"/>
    </p:cViewPr>
  </p:sorterViewPr>
  <p:notesViewPr>
    <p:cSldViewPr snapToGrid="0">
      <p:cViewPr varScale="1">
        <p:scale>
          <a:sx n="67" d="100"/>
          <a:sy n="67" d="100"/>
        </p:scale>
        <p:origin x="375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 Watanabe" userId="eca159047afb4479" providerId="LiveId" clId="{C8CBD94C-A8AB-4123-9D80-86814A7DE591}"/>
    <pc:docChg chg="undo custSel addSld delSld modSld sldOrd modMainMaster addSection delSection modSection">
      <pc:chgData name="Go Watanabe" userId="eca159047afb4479" providerId="LiveId" clId="{C8CBD94C-A8AB-4123-9D80-86814A7DE591}" dt="2026-05-06T12:15:36.500" v="9421" actId="17853"/>
      <pc:docMkLst>
        <pc:docMk/>
      </pc:docMkLst>
      <pc:sldChg chg="del">
        <pc:chgData name="Go Watanabe" userId="eca159047afb4479" providerId="LiveId" clId="{C8CBD94C-A8AB-4123-9D80-86814A7DE591}" dt="2026-05-06T12:15:22.587" v="9419" actId="47"/>
        <pc:sldMkLst>
          <pc:docMk/>
          <pc:sldMk cId="1525523586" sldId="1268"/>
        </pc:sldMkLst>
      </pc:sldChg>
      <pc:sldChg chg="del">
        <pc:chgData name="Go Watanabe" userId="eca159047afb4479" providerId="LiveId" clId="{C8CBD94C-A8AB-4123-9D80-86814A7DE591}" dt="2026-05-06T12:15:22.587" v="9419" actId="47"/>
        <pc:sldMkLst>
          <pc:docMk/>
          <pc:sldMk cId="2290399293" sldId="1269"/>
        </pc:sldMkLst>
      </pc:sldChg>
      <pc:sldChg chg="del">
        <pc:chgData name="Go Watanabe" userId="eca159047afb4479" providerId="LiveId" clId="{C8CBD94C-A8AB-4123-9D80-86814A7DE591}" dt="2026-05-06T12:15:22.587" v="9419" actId="47"/>
        <pc:sldMkLst>
          <pc:docMk/>
          <pc:sldMk cId="2549194732" sldId="1271"/>
        </pc:sldMkLst>
      </pc:sldChg>
      <pc:sldChg chg="del">
        <pc:chgData name="Go Watanabe" userId="eca159047afb4479" providerId="LiveId" clId="{C8CBD94C-A8AB-4123-9D80-86814A7DE591}" dt="2026-05-06T12:15:22.587" v="9419" actId="47"/>
        <pc:sldMkLst>
          <pc:docMk/>
          <pc:sldMk cId="1360651154" sldId="1273"/>
        </pc:sldMkLst>
      </pc:sldChg>
      <pc:sldChg chg="del">
        <pc:chgData name="Go Watanabe" userId="eca159047afb4479" providerId="LiveId" clId="{C8CBD94C-A8AB-4123-9D80-86814A7DE591}" dt="2026-05-06T12:15:22.587" v="9419" actId="47"/>
        <pc:sldMkLst>
          <pc:docMk/>
          <pc:sldMk cId="170254859" sldId="1301"/>
        </pc:sldMkLst>
      </pc:sldChg>
      <pc:sldChg chg="del">
        <pc:chgData name="Go Watanabe" userId="eca159047afb4479" providerId="LiveId" clId="{C8CBD94C-A8AB-4123-9D80-86814A7DE591}" dt="2026-05-06T12:15:22.587" v="9419" actId="47"/>
        <pc:sldMkLst>
          <pc:docMk/>
          <pc:sldMk cId="3683429585" sldId="1302"/>
        </pc:sldMkLst>
      </pc:sldChg>
      <pc:sldChg chg="del">
        <pc:chgData name="Go Watanabe" userId="eca159047afb4479" providerId="LiveId" clId="{C8CBD94C-A8AB-4123-9D80-86814A7DE591}" dt="2026-05-06T12:15:22.587" v="9419" actId="47"/>
        <pc:sldMkLst>
          <pc:docMk/>
          <pc:sldMk cId="3037145546" sldId="1306"/>
        </pc:sldMkLst>
      </pc:sldChg>
      <pc:sldChg chg="del">
        <pc:chgData name="Go Watanabe" userId="eca159047afb4479" providerId="LiveId" clId="{C8CBD94C-A8AB-4123-9D80-86814A7DE591}" dt="2026-05-06T12:15:22.587" v="9419" actId="47"/>
        <pc:sldMkLst>
          <pc:docMk/>
          <pc:sldMk cId="3734072228" sldId="1307"/>
        </pc:sldMkLst>
      </pc:sldChg>
      <pc:sldChg chg="addSp delSp modSp mod ord modClrScheme chgLayout">
        <pc:chgData name="Go Watanabe" userId="eca159047afb4479" providerId="LiveId" clId="{C8CBD94C-A8AB-4123-9D80-86814A7DE591}" dt="2026-04-28T00:11:57.395" v="8347" actId="1076"/>
        <pc:sldMkLst>
          <pc:docMk/>
          <pc:sldMk cId="388179258" sldId="1309"/>
        </pc:sldMkLst>
        <pc:spChg chg="mod ord">
          <ac:chgData name="Go Watanabe" userId="eca159047afb4479" providerId="LiveId" clId="{C8CBD94C-A8AB-4123-9D80-86814A7DE591}" dt="2026-04-27T13:12:04.598" v="7273" actId="700"/>
          <ac:spMkLst>
            <pc:docMk/>
            <pc:sldMk cId="388179258" sldId="1309"/>
            <ac:spMk id="2" creationId="{9FAD8E0B-8418-2314-6761-F5EBA5BF6CD9}"/>
          </ac:spMkLst>
        </pc:spChg>
        <pc:spChg chg="add mod">
          <ac:chgData name="Go Watanabe" userId="eca159047afb4479" providerId="LiveId" clId="{C8CBD94C-A8AB-4123-9D80-86814A7DE591}" dt="2026-04-27T17:55:00.562" v="8228" actId="1076"/>
          <ac:spMkLst>
            <pc:docMk/>
            <pc:sldMk cId="388179258" sldId="1309"/>
            <ac:spMk id="4" creationId="{E3DDD6C5-47A9-9564-EB01-B1909EFFC582}"/>
          </ac:spMkLst>
        </pc:spChg>
        <pc:spChg chg="add mod">
          <ac:chgData name="Go Watanabe" userId="eca159047afb4479" providerId="LiveId" clId="{C8CBD94C-A8AB-4123-9D80-86814A7DE591}" dt="2026-04-27T17:55:40.397" v="8236" actId="20577"/>
          <ac:spMkLst>
            <pc:docMk/>
            <pc:sldMk cId="388179258" sldId="1309"/>
            <ac:spMk id="5" creationId="{7E0F50E4-15F4-C3D8-8146-47D8EB85A1F9}"/>
          </ac:spMkLst>
        </pc:spChg>
        <pc:spChg chg="add mod">
          <ac:chgData name="Go Watanabe" userId="eca159047afb4479" providerId="LiveId" clId="{C8CBD94C-A8AB-4123-9D80-86814A7DE591}" dt="2026-04-27T17:57:26.707" v="8259" actId="1076"/>
          <ac:spMkLst>
            <pc:docMk/>
            <pc:sldMk cId="388179258" sldId="1309"/>
            <ac:spMk id="6" creationId="{0B863208-AF52-A32B-AF74-9295B0CE5735}"/>
          </ac:spMkLst>
        </pc:spChg>
        <pc:spChg chg="add mod">
          <ac:chgData name="Go Watanabe" userId="eca159047afb4479" providerId="LiveId" clId="{C8CBD94C-A8AB-4123-9D80-86814A7DE591}" dt="2026-04-28T00:11:39.298" v="8346" actId="1076"/>
          <ac:spMkLst>
            <pc:docMk/>
            <pc:sldMk cId="388179258" sldId="1309"/>
            <ac:spMk id="7" creationId="{0B8480D4-A117-F022-EED2-8A4D865AD5E6}"/>
          </ac:spMkLst>
        </pc:spChg>
        <pc:spChg chg="add mod">
          <ac:chgData name="Go Watanabe" userId="eca159047afb4479" providerId="LiveId" clId="{C8CBD94C-A8AB-4123-9D80-86814A7DE591}" dt="2026-04-27T17:57:39.346" v="8264" actId="20577"/>
          <ac:spMkLst>
            <pc:docMk/>
            <pc:sldMk cId="388179258" sldId="1309"/>
            <ac:spMk id="9" creationId="{55DE863A-3A00-FB73-05F9-5F0665C110D5}"/>
          </ac:spMkLst>
        </pc:spChg>
        <pc:spChg chg="add mod">
          <ac:chgData name="Go Watanabe" userId="eca159047afb4479" providerId="LiveId" clId="{C8CBD94C-A8AB-4123-9D80-86814A7DE591}" dt="2026-04-27T17:59:34.368" v="8294" actId="1038"/>
          <ac:spMkLst>
            <pc:docMk/>
            <pc:sldMk cId="388179258" sldId="1309"/>
            <ac:spMk id="10" creationId="{91DC5B34-35FA-EE55-A08D-6540E1364500}"/>
          </ac:spMkLst>
        </pc:spChg>
        <pc:spChg chg="add mod">
          <ac:chgData name="Go Watanabe" userId="eca159047afb4479" providerId="LiveId" clId="{C8CBD94C-A8AB-4123-9D80-86814A7DE591}" dt="2026-04-27T17:59:20.189" v="8283" actId="1076"/>
          <ac:spMkLst>
            <pc:docMk/>
            <pc:sldMk cId="388179258" sldId="1309"/>
            <ac:spMk id="11" creationId="{4DC9AFDE-1A58-C397-C47B-2A085225A4A9}"/>
          </ac:spMkLst>
        </pc:spChg>
        <pc:spChg chg="add mod">
          <ac:chgData name="Go Watanabe" userId="eca159047afb4479" providerId="LiveId" clId="{C8CBD94C-A8AB-4123-9D80-86814A7DE591}" dt="2026-04-28T00:11:28.204" v="8345" actId="14100"/>
          <ac:spMkLst>
            <pc:docMk/>
            <pc:sldMk cId="388179258" sldId="1309"/>
            <ac:spMk id="12" creationId="{55876211-77F0-DE0A-ED52-BD086B40DCEA}"/>
          </ac:spMkLst>
        </pc:spChg>
        <pc:spChg chg="add mod">
          <ac:chgData name="Go Watanabe" userId="eca159047afb4479" providerId="LiveId" clId="{C8CBD94C-A8AB-4123-9D80-86814A7DE591}" dt="2026-04-27T17:55:12.153" v="8229" actId="1076"/>
          <ac:spMkLst>
            <pc:docMk/>
            <pc:sldMk cId="388179258" sldId="1309"/>
            <ac:spMk id="13" creationId="{96D3EC29-CBCD-9095-1023-621D8E279B28}"/>
          </ac:spMkLst>
        </pc:spChg>
        <pc:spChg chg="add mod">
          <ac:chgData name="Go Watanabe" userId="eca159047afb4479" providerId="LiveId" clId="{C8CBD94C-A8AB-4123-9D80-86814A7DE591}" dt="2026-04-28T00:11:57.395" v="8347" actId="1076"/>
          <ac:spMkLst>
            <pc:docMk/>
            <pc:sldMk cId="388179258" sldId="1309"/>
            <ac:spMk id="14" creationId="{C92B27E0-8F61-2CA6-D209-D25F8A450F3D}"/>
          </ac:spMkLst>
        </pc:spChg>
        <pc:spChg chg="add mod">
          <ac:chgData name="Go Watanabe" userId="eca159047afb4479" providerId="LiveId" clId="{C8CBD94C-A8AB-4123-9D80-86814A7DE591}" dt="2026-04-27T18:02:21.293" v="8327" actId="20577"/>
          <ac:spMkLst>
            <pc:docMk/>
            <pc:sldMk cId="388179258" sldId="1309"/>
            <ac:spMk id="15" creationId="{DAEDF989-3020-356C-AB33-DCFC2E25A38F}"/>
          </ac:spMkLst>
        </pc:spChg>
        <pc:spChg chg="add mod">
          <ac:chgData name="Go Watanabe" userId="eca159047afb4479" providerId="LiveId" clId="{C8CBD94C-A8AB-4123-9D80-86814A7DE591}" dt="2026-04-27T18:02:49.192" v="8333" actId="14100"/>
          <ac:spMkLst>
            <pc:docMk/>
            <pc:sldMk cId="388179258" sldId="1309"/>
            <ac:spMk id="16" creationId="{ED398AFF-8BE9-C320-5FA4-ECA982AE70E7}"/>
          </ac:spMkLst>
        </pc:spChg>
        <pc:spChg chg="add mod">
          <ac:chgData name="Go Watanabe" userId="eca159047afb4479" providerId="LiveId" clId="{C8CBD94C-A8AB-4123-9D80-86814A7DE591}" dt="2026-04-28T00:11:22.190" v="8343" actId="14100"/>
          <ac:spMkLst>
            <pc:docMk/>
            <pc:sldMk cId="388179258" sldId="1309"/>
            <ac:spMk id="17" creationId="{A5D4B4FE-307E-7885-2C64-7BA7588D153E}"/>
          </ac:spMkLst>
        </pc:spChg>
        <pc:cxnChg chg="add mod">
          <ac:chgData name="Go Watanabe" userId="eca159047afb4479" providerId="LiveId" clId="{C8CBD94C-A8AB-4123-9D80-86814A7DE591}" dt="2026-04-27T16:44:37.104" v="7879" actId="208"/>
          <ac:cxnSpMkLst>
            <pc:docMk/>
            <pc:sldMk cId="388179258" sldId="1309"/>
            <ac:cxnSpMk id="58" creationId="{CE289CA9-6105-D1EA-B487-5469C9C63553}"/>
          </ac:cxnSpMkLst>
        </pc:cxnChg>
      </pc:sldChg>
      <pc:sldChg chg="del">
        <pc:chgData name="Go Watanabe" userId="eca159047afb4479" providerId="LiveId" clId="{C8CBD94C-A8AB-4123-9D80-86814A7DE591}" dt="2026-05-06T12:15:22.587" v="9419" actId="47"/>
        <pc:sldMkLst>
          <pc:docMk/>
          <pc:sldMk cId="1704507243" sldId="1310"/>
        </pc:sldMkLst>
      </pc:sldChg>
      <pc:sldChg chg="del">
        <pc:chgData name="Go Watanabe" userId="eca159047afb4479" providerId="LiveId" clId="{C8CBD94C-A8AB-4123-9D80-86814A7DE591}" dt="2026-05-06T12:15:22.587" v="9419" actId="47"/>
        <pc:sldMkLst>
          <pc:docMk/>
          <pc:sldMk cId="2179451043" sldId="1311"/>
        </pc:sldMkLst>
      </pc:sldChg>
      <pc:sldChg chg="del">
        <pc:chgData name="Go Watanabe" userId="eca159047afb4479" providerId="LiveId" clId="{C8CBD94C-A8AB-4123-9D80-86814A7DE591}" dt="2026-05-06T12:15:22.587" v="9419" actId="47"/>
        <pc:sldMkLst>
          <pc:docMk/>
          <pc:sldMk cId="2367632704" sldId="1312"/>
        </pc:sldMkLst>
      </pc:sldChg>
      <pc:sldChg chg="del">
        <pc:chgData name="Go Watanabe" userId="eca159047afb4479" providerId="LiveId" clId="{C8CBD94C-A8AB-4123-9D80-86814A7DE591}" dt="2026-05-06T12:15:22.587" v="9419" actId="47"/>
        <pc:sldMkLst>
          <pc:docMk/>
          <pc:sldMk cId="3592161141" sldId="1313"/>
        </pc:sldMkLst>
      </pc:sldChg>
      <pc:sldChg chg="del">
        <pc:chgData name="Go Watanabe" userId="eca159047afb4479" providerId="LiveId" clId="{C8CBD94C-A8AB-4123-9D80-86814A7DE591}" dt="2026-05-06T12:15:22.587" v="9419" actId="47"/>
        <pc:sldMkLst>
          <pc:docMk/>
          <pc:sldMk cId="1244228274" sldId="1314"/>
        </pc:sldMkLst>
      </pc:sldChg>
      <pc:sldChg chg="del">
        <pc:chgData name="Go Watanabe" userId="eca159047afb4479" providerId="LiveId" clId="{C8CBD94C-A8AB-4123-9D80-86814A7DE591}" dt="2026-05-06T12:15:22.587" v="9419" actId="47"/>
        <pc:sldMkLst>
          <pc:docMk/>
          <pc:sldMk cId="1687484527" sldId="1315"/>
        </pc:sldMkLst>
      </pc:sldChg>
      <pc:sldChg chg="del">
        <pc:chgData name="Go Watanabe" userId="eca159047afb4479" providerId="LiveId" clId="{C8CBD94C-A8AB-4123-9D80-86814A7DE591}" dt="2026-05-06T12:15:22.587" v="9419" actId="47"/>
        <pc:sldMkLst>
          <pc:docMk/>
          <pc:sldMk cId="99889684" sldId="1318"/>
        </pc:sldMkLst>
      </pc:sldChg>
      <pc:sldChg chg="del">
        <pc:chgData name="Go Watanabe" userId="eca159047afb4479" providerId="LiveId" clId="{C8CBD94C-A8AB-4123-9D80-86814A7DE591}" dt="2026-05-06T12:15:22.587" v="9419" actId="47"/>
        <pc:sldMkLst>
          <pc:docMk/>
          <pc:sldMk cId="1320264660" sldId="1319"/>
        </pc:sldMkLst>
      </pc:sldChg>
      <pc:sldChg chg="del">
        <pc:chgData name="Go Watanabe" userId="eca159047afb4479" providerId="LiveId" clId="{C8CBD94C-A8AB-4123-9D80-86814A7DE591}" dt="2026-05-06T12:15:22.587" v="9419" actId="47"/>
        <pc:sldMkLst>
          <pc:docMk/>
          <pc:sldMk cId="326806480" sldId="1320"/>
        </pc:sldMkLst>
      </pc:sldChg>
      <pc:sldChg chg="del">
        <pc:chgData name="Go Watanabe" userId="eca159047afb4479" providerId="LiveId" clId="{C8CBD94C-A8AB-4123-9D80-86814A7DE591}" dt="2026-05-06T12:15:22.587" v="9419" actId="47"/>
        <pc:sldMkLst>
          <pc:docMk/>
          <pc:sldMk cId="2888236656" sldId="1321"/>
        </pc:sldMkLst>
      </pc:sldChg>
      <pc:sldChg chg="del">
        <pc:chgData name="Go Watanabe" userId="eca159047afb4479" providerId="LiveId" clId="{C8CBD94C-A8AB-4123-9D80-86814A7DE591}" dt="2026-05-06T12:15:22.587" v="9419" actId="47"/>
        <pc:sldMkLst>
          <pc:docMk/>
          <pc:sldMk cId="3426658751" sldId="1322"/>
        </pc:sldMkLst>
      </pc:sldChg>
      <pc:sldChg chg="addSp delSp modSp new del mod modClrScheme chgLayout">
        <pc:chgData name="Go Watanabe" userId="eca159047afb4479" providerId="LiveId" clId="{C8CBD94C-A8AB-4123-9D80-86814A7DE591}" dt="2026-05-06T12:15:22.587" v="9419" actId="47"/>
        <pc:sldMkLst>
          <pc:docMk/>
          <pc:sldMk cId="3115678215" sldId="1323"/>
        </pc:sldMkLst>
      </pc:sldChg>
      <pc:sldChg chg="addSp modSp new mod">
        <pc:chgData name="Go Watanabe" userId="eca159047afb4479" providerId="LiveId" clId="{C8CBD94C-A8AB-4123-9D80-86814A7DE591}" dt="2026-05-06T11:28:34.360" v="8493" actId="1038"/>
        <pc:sldMkLst>
          <pc:docMk/>
          <pc:sldMk cId="860386388" sldId="1324"/>
        </pc:sldMkLst>
        <pc:spChg chg="mod">
          <ac:chgData name="Go Watanabe" userId="eca159047afb4479" providerId="LiveId" clId="{C8CBD94C-A8AB-4123-9D80-86814A7DE591}" dt="2026-04-27T16:36:25.690" v="7859" actId="20577"/>
          <ac:spMkLst>
            <pc:docMk/>
            <pc:sldMk cId="860386388" sldId="1324"/>
            <ac:spMk id="2" creationId="{F65ABB47-B8C5-7087-5AC5-74861CD29C25}"/>
          </ac:spMkLst>
        </pc:spChg>
        <pc:spChg chg="add mod">
          <ac:chgData name="Go Watanabe" userId="eca159047afb4479" providerId="LiveId" clId="{C8CBD94C-A8AB-4123-9D80-86814A7DE591}" dt="2026-04-27T16:38:37.719" v="7869" actId="1038"/>
          <ac:spMkLst>
            <pc:docMk/>
            <pc:sldMk cId="860386388" sldId="1324"/>
            <ac:spMk id="3" creationId="{0D0B5AEF-A34A-2702-A0F4-6DE7C9D62CD4}"/>
          </ac:spMkLst>
        </pc:spChg>
        <pc:spChg chg="add mod">
          <ac:chgData name="Go Watanabe" userId="eca159047afb4479" providerId="LiveId" clId="{C8CBD94C-A8AB-4123-9D80-86814A7DE591}" dt="2026-04-27T16:38:47.977" v="7871" actId="14100"/>
          <ac:spMkLst>
            <pc:docMk/>
            <pc:sldMk cId="860386388" sldId="1324"/>
            <ac:spMk id="4" creationId="{5061CF8B-9B56-0370-32F3-C644F9518922}"/>
          </ac:spMkLst>
        </pc:spChg>
        <pc:spChg chg="add mod">
          <ac:chgData name="Go Watanabe" userId="eca159047afb4479" providerId="LiveId" clId="{C8CBD94C-A8AB-4123-9D80-86814A7DE591}" dt="2026-05-06T11:26:32.710" v="8393" actId="1076"/>
          <ac:spMkLst>
            <pc:docMk/>
            <pc:sldMk cId="860386388" sldId="1324"/>
            <ac:spMk id="5" creationId="{28FCCA32-B063-2572-C51A-1315CA100D6B}"/>
          </ac:spMkLst>
        </pc:spChg>
        <pc:spChg chg="add mod">
          <ac:chgData name="Go Watanabe" userId="eca159047afb4479" providerId="LiveId" clId="{C8CBD94C-A8AB-4123-9D80-86814A7DE591}" dt="2026-05-06T11:28:34.360" v="8493" actId="1038"/>
          <ac:spMkLst>
            <pc:docMk/>
            <pc:sldMk cId="860386388" sldId="1324"/>
            <ac:spMk id="6" creationId="{9190793C-D717-9A42-8672-6BB994EE01D6}"/>
          </ac:spMkLst>
        </pc:spChg>
        <pc:spChg chg="add mod">
          <ac:chgData name="Go Watanabe" userId="eca159047afb4479" providerId="LiveId" clId="{C8CBD94C-A8AB-4123-9D80-86814A7DE591}" dt="2026-05-06T11:28:22.147" v="8487" actId="1076"/>
          <ac:spMkLst>
            <pc:docMk/>
            <pc:sldMk cId="860386388" sldId="1324"/>
            <ac:spMk id="7" creationId="{21D7C53A-A528-4E4E-44B2-23263DA34EAF}"/>
          </ac:spMkLst>
        </pc:spChg>
        <pc:spChg chg="add mod">
          <ac:chgData name="Go Watanabe" userId="eca159047afb4479" providerId="LiveId" clId="{C8CBD94C-A8AB-4123-9D80-86814A7DE591}" dt="2026-05-06T11:26:12.111" v="8390" actId="14100"/>
          <ac:spMkLst>
            <pc:docMk/>
            <pc:sldMk cId="860386388" sldId="1324"/>
            <ac:spMk id="8" creationId="{957C8528-AD18-2D5D-64A4-F634AD85685D}"/>
          </ac:spMkLst>
        </pc:spChg>
      </pc:sldChg>
      <pc:sldChg chg="addSp modSp add mod">
        <pc:chgData name="Go Watanabe" userId="eca159047afb4479" providerId="LiveId" clId="{C8CBD94C-A8AB-4123-9D80-86814A7DE591}" dt="2026-05-06T11:29:23.904" v="8536" actId="1076"/>
        <pc:sldMkLst>
          <pc:docMk/>
          <pc:sldMk cId="3416151891" sldId="1325"/>
        </pc:sldMkLst>
        <pc:spChg chg="mod">
          <ac:chgData name="Go Watanabe" userId="eca159047afb4479" providerId="LiveId" clId="{C8CBD94C-A8AB-4123-9D80-86814A7DE591}" dt="2026-04-27T16:45:53.333" v="7914" actId="20577"/>
          <ac:spMkLst>
            <pc:docMk/>
            <pc:sldMk cId="3416151891" sldId="1325"/>
            <ac:spMk id="2" creationId="{6EC45645-56EE-3502-428D-DF8F88D887C5}"/>
          </ac:spMkLst>
        </pc:spChg>
        <pc:spChg chg="mod">
          <ac:chgData name="Go Watanabe" userId="eca159047afb4479" providerId="LiveId" clId="{C8CBD94C-A8AB-4123-9D80-86814A7DE591}" dt="2026-04-27T16:46:00.966" v="7915" actId="14100"/>
          <ac:spMkLst>
            <pc:docMk/>
            <pc:sldMk cId="3416151891" sldId="1325"/>
            <ac:spMk id="3" creationId="{83543821-F451-2A0D-ED0D-40398A277051}"/>
          </ac:spMkLst>
        </pc:spChg>
        <pc:spChg chg="add mod">
          <ac:chgData name="Go Watanabe" userId="eca159047afb4479" providerId="LiveId" clId="{C8CBD94C-A8AB-4123-9D80-86814A7DE591}" dt="2026-05-06T11:29:23.904" v="8536" actId="1076"/>
          <ac:spMkLst>
            <pc:docMk/>
            <pc:sldMk cId="3416151891" sldId="1325"/>
            <ac:spMk id="6" creationId="{F01AF256-CE3F-412F-3DC2-9D381D287FFB}"/>
          </ac:spMkLst>
        </pc:spChg>
      </pc:sldChg>
      <pc:sldChg chg="addSp delSp modSp add mod">
        <pc:chgData name="Go Watanabe" userId="eca159047afb4479" providerId="LiveId" clId="{C8CBD94C-A8AB-4123-9D80-86814A7DE591}" dt="2026-05-06T11:30:13.884" v="8566" actId="1076"/>
        <pc:sldMkLst>
          <pc:docMk/>
          <pc:sldMk cId="4273917246" sldId="1326"/>
        </pc:sldMkLst>
        <pc:spChg chg="mod">
          <ac:chgData name="Go Watanabe" userId="eca159047afb4479" providerId="LiveId" clId="{C8CBD94C-A8AB-4123-9D80-86814A7DE591}" dt="2026-04-27T16:47:05.661" v="7947" actId="20577"/>
          <ac:spMkLst>
            <pc:docMk/>
            <pc:sldMk cId="4273917246" sldId="1326"/>
            <ac:spMk id="2" creationId="{FFCF845D-60B6-9DAD-AABE-661920A43654}"/>
          </ac:spMkLst>
        </pc:spChg>
        <pc:spChg chg="add mod">
          <ac:chgData name="Go Watanabe" userId="eca159047afb4479" providerId="LiveId" clId="{C8CBD94C-A8AB-4123-9D80-86814A7DE591}" dt="2026-05-06T11:30:13.884" v="8566" actId="1076"/>
          <ac:spMkLst>
            <pc:docMk/>
            <pc:sldMk cId="4273917246" sldId="1326"/>
            <ac:spMk id="3" creationId="{74FA6101-DC29-7B14-FB01-4C9CB9B4A741}"/>
          </ac:spMkLst>
        </pc:spChg>
        <pc:spChg chg="mod">
          <ac:chgData name="Go Watanabe" userId="eca159047afb4479" providerId="LiveId" clId="{C8CBD94C-A8AB-4123-9D80-86814A7DE591}" dt="2026-04-27T16:47:38.632" v="7952" actId="14100"/>
          <ac:spMkLst>
            <pc:docMk/>
            <pc:sldMk cId="4273917246" sldId="1326"/>
            <ac:spMk id="5" creationId="{E3E1F7C0-9056-DDC8-7571-FBF96139652B}"/>
          </ac:spMkLst>
        </pc:spChg>
        <pc:spChg chg="add mod">
          <ac:chgData name="Go Watanabe" userId="eca159047afb4479" providerId="LiveId" clId="{C8CBD94C-A8AB-4123-9D80-86814A7DE591}" dt="2026-04-27T16:48:12.510" v="7957" actId="14100"/>
          <ac:spMkLst>
            <pc:docMk/>
            <pc:sldMk cId="4273917246" sldId="1326"/>
            <ac:spMk id="6" creationId="{1EE73022-0AFC-585D-37AB-D6B8424C2FAC}"/>
          </ac:spMkLst>
        </pc:spChg>
        <pc:spChg chg="add mod">
          <ac:chgData name="Go Watanabe" userId="eca159047afb4479" providerId="LiveId" clId="{C8CBD94C-A8AB-4123-9D80-86814A7DE591}" dt="2026-04-27T16:48:27.654" v="7961" actId="14100"/>
          <ac:spMkLst>
            <pc:docMk/>
            <pc:sldMk cId="4273917246" sldId="1326"/>
            <ac:spMk id="7" creationId="{292B2223-B415-DCE9-5E4A-E59AB1CCADCF}"/>
          </ac:spMkLst>
        </pc:spChg>
      </pc:sldChg>
      <pc:sldChg chg="addSp delSp modSp add mod">
        <pc:chgData name="Go Watanabe" userId="eca159047afb4479" providerId="LiveId" clId="{C8CBD94C-A8AB-4123-9D80-86814A7DE591}" dt="2026-05-06T11:32:46.767" v="8701" actId="14100"/>
        <pc:sldMkLst>
          <pc:docMk/>
          <pc:sldMk cId="1728759466" sldId="1327"/>
        </pc:sldMkLst>
        <pc:spChg chg="mod">
          <ac:chgData name="Go Watanabe" userId="eca159047afb4479" providerId="LiveId" clId="{C8CBD94C-A8AB-4123-9D80-86814A7DE591}" dt="2026-04-27T16:49:18.191" v="7971" actId="20577"/>
          <ac:spMkLst>
            <pc:docMk/>
            <pc:sldMk cId="1728759466" sldId="1327"/>
            <ac:spMk id="2" creationId="{64B4C8DC-8F11-34F6-4F99-1D3B59373777}"/>
          </ac:spMkLst>
        </pc:spChg>
        <pc:spChg chg="add mod">
          <ac:chgData name="Go Watanabe" userId="eca159047afb4479" providerId="LiveId" clId="{C8CBD94C-A8AB-4123-9D80-86814A7DE591}" dt="2026-05-06T11:32:00.362" v="8660" actId="14100"/>
          <ac:spMkLst>
            <pc:docMk/>
            <pc:sldMk cId="1728759466" sldId="1327"/>
            <ac:spMk id="3" creationId="{7819EBA0-B4F1-5D95-F2BE-41BF023F0901}"/>
          </ac:spMkLst>
        </pc:spChg>
        <pc:spChg chg="add mod">
          <ac:chgData name="Go Watanabe" userId="eca159047afb4479" providerId="LiveId" clId="{C8CBD94C-A8AB-4123-9D80-86814A7DE591}" dt="2026-05-06T11:32:46.767" v="8701" actId="14100"/>
          <ac:spMkLst>
            <pc:docMk/>
            <pc:sldMk cId="1728759466" sldId="1327"/>
            <ac:spMk id="5" creationId="{B1E62702-425A-1FD7-1A47-F9EC1B891917}"/>
          </ac:spMkLst>
        </pc:spChg>
      </pc:sldChg>
      <pc:sldChg chg="addSp modSp add mod">
        <pc:chgData name="Go Watanabe" userId="eca159047afb4479" providerId="LiveId" clId="{C8CBD94C-A8AB-4123-9D80-86814A7DE591}" dt="2026-05-06T11:33:32.255" v="8732" actId="14100"/>
        <pc:sldMkLst>
          <pc:docMk/>
          <pc:sldMk cId="3529703053" sldId="1328"/>
        </pc:sldMkLst>
        <pc:spChg chg="mod">
          <ac:chgData name="Go Watanabe" userId="eca159047afb4479" providerId="LiveId" clId="{C8CBD94C-A8AB-4123-9D80-86814A7DE591}" dt="2026-04-27T16:52:09.530" v="7979"/>
          <ac:spMkLst>
            <pc:docMk/>
            <pc:sldMk cId="3529703053" sldId="1328"/>
            <ac:spMk id="2" creationId="{443AAE2C-7BB1-123D-6318-6F00DA963701}"/>
          </ac:spMkLst>
        </pc:spChg>
        <pc:spChg chg="add mod">
          <ac:chgData name="Go Watanabe" userId="eca159047afb4479" providerId="LiveId" clId="{C8CBD94C-A8AB-4123-9D80-86814A7DE591}" dt="2026-05-06T11:33:32.255" v="8732" actId="14100"/>
          <ac:spMkLst>
            <pc:docMk/>
            <pc:sldMk cId="3529703053" sldId="1328"/>
            <ac:spMk id="3" creationId="{19CABBB8-1F3A-C721-3FD8-E04A7EF19C00}"/>
          </ac:spMkLst>
        </pc:spChg>
      </pc:sldChg>
      <pc:sldChg chg="addSp modSp add mod">
        <pc:chgData name="Go Watanabe" userId="eca159047afb4479" providerId="LiveId" clId="{C8CBD94C-A8AB-4123-9D80-86814A7DE591}" dt="2026-05-06T11:35:35.252" v="8812" actId="1035"/>
        <pc:sldMkLst>
          <pc:docMk/>
          <pc:sldMk cId="1266559799" sldId="1329"/>
        </pc:sldMkLst>
        <pc:spChg chg="mod">
          <ac:chgData name="Go Watanabe" userId="eca159047afb4479" providerId="LiveId" clId="{C8CBD94C-A8AB-4123-9D80-86814A7DE591}" dt="2026-04-27T16:52:37.799" v="8024" actId="20577"/>
          <ac:spMkLst>
            <pc:docMk/>
            <pc:sldMk cId="1266559799" sldId="1329"/>
            <ac:spMk id="2" creationId="{2768159F-9B2E-A844-D8E0-8515081808C7}"/>
          </ac:spMkLst>
        </pc:spChg>
        <pc:spChg chg="add mod">
          <ac:chgData name="Go Watanabe" userId="eca159047afb4479" providerId="LiveId" clId="{C8CBD94C-A8AB-4123-9D80-86814A7DE591}" dt="2026-05-06T11:35:35.252" v="8812" actId="1035"/>
          <ac:spMkLst>
            <pc:docMk/>
            <pc:sldMk cId="1266559799" sldId="1329"/>
            <ac:spMk id="3" creationId="{7D595E37-6963-F960-13A5-547E75646BD1}"/>
          </ac:spMkLst>
        </pc:spChg>
        <pc:spChg chg="add mod">
          <ac:chgData name="Go Watanabe" userId="eca159047afb4479" providerId="LiveId" clId="{C8CBD94C-A8AB-4123-9D80-86814A7DE591}" dt="2026-05-06T11:35:25.173" v="8810" actId="1037"/>
          <ac:spMkLst>
            <pc:docMk/>
            <pc:sldMk cId="1266559799" sldId="1329"/>
            <ac:spMk id="5" creationId="{C32FFAFC-FEC0-E9F2-850B-CC5D17405EDB}"/>
          </ac:spMkLst>
        </pc:spChg>
        <pc:spChg chg="mod">
          <ac:chgData name="Go Watanabe" userId="eca159047afb4479" providerId="LiveId" clId="{C8CBD94C-A8AB-4123-9D80-86814A7DE591}" dt="2026-04-27T16:53:03.412" v="8026" actId="14100"/>
          <ac:spMkLst>
            <pc:docMk/>
            <pc:sldMk cId="1266559799" sldId="1329"/>
            <ac:spMk id="6" creationId="{DDD20608-29D4-90A0-F2E6-7905EE338308}"/>
          </ac:spMkLst>
        </pc:spChg>
      </pc:sldChg>
      <pc:sldChg chg="addSp modSp add mod">
        <pc:chgData name="Go Watanabe" userId="eca159047afb4479" providerId="LiveId" clId="{C8CBD94C-A8AB-4123-9D80-86814A7DE591}" dt="2026-05-06T11:37:01.879" v="8865" actId="1038"/>
        <pc:sldMkLst>
          <pc:docMk/>
          <pc:sldMk cId="3488839029" sldId="1330"/>
        </pc:sldMkLst>
        <pc:spChg chg="mod">
          <ac:chgData name="Go Watanabe" userId="eca159047afb4479" providerId="LiveId" clId="{C8CBD94C-A8AB-4123-9D80-86814A7DE591}" dt="2026-04-27T16:55:13.119" v="8042" actId="20577"/>
          <ac:spMkLst>
            <pc:docMk/>
            <pc:sldMk cId="3488839029" sldId="1330"/>
            <ac:spMk id="2" creationId="{7915BC03-B8EB-E249-68D0-4C8B91A2AB11}"/>
          </ac:spMkLst>
        </pc:spChg>
        <pc:spChg chg="add mod">
          <ac:chgData name="Go Watanabe" userId="eca159047afb4479" providerId="LiveId" clId="{C8CBD94C-A8AB-4123-9D80-86814A7DE591}" dt="2026-04-27T16:56:38.846" v="8051" actId="1037"/>
          <ac:spMkLst>
            <pc:docMk/>
            <pc:sldMk cId="3488839029" sldId="1330"/>
            <ac:spMk id="3" creationId="{A789C8E6-E9B3-82B4-AB8B-0431DFE6055E}"/>
          </ac:spMkLst>
        </pc:spChg>
        <pc:spChg chg="mod">
          <ac:chgData name="Go Watanabe" userId="eca159047afb4479" providerId="LiveId" clId="{C8CBD94C-A8AB-4123-9D80-86814A7DE591}" dt="2026-04-27T16:55:59.105" v="8044" actId="14100"/>
          <ac:spMkLst>
            <pc:docMk/>
            <pc:sldMk cId="3488839029" sldId="1330"/>
            <ac:spMk id="4" creationId="{17E7B69D-A085-6B4D-FC0A-086672D30ECE}"/>
          </ac:spMkLst>
        </pc:spChg>
        <pc:spChg chg="add mod">
          <ac:chgData name="Go Watanabe" userId="eca159047afb4479" providerId="LiveId" clId="{C8CBD94C-A8AB-4123-9D80-86814A7DE591}" dt="2026-05-06T11:37:01.879" v="8865" actId="1038"/>
          <ac:spMkLst>
            <pc:docMk/>
            <pc:sldMk cId="3488839029" sldId="1330"/>
            <ac:spMk id="5" creationId="{4C44DEC3-8C76-276F-7241-C18B97681349}"/>
          </ac:spMkLst>
        </pc:spChg>
        <pc:spChg chg="mod">
          <ac:chgData name="Go Watanabe" userId="eca159047afb4479" providerId="LiveId" clId="{C8CBD94C-A8AB-4123-9D80-86814A7DE591}" dt="2026-04-27T16:55:02.093" v="8036" actId="14100"/>
          <ac:spMkLst>
            <pc:docMk/>
            <pc:sldMk cId="3488839029" sldId="1330"/>
            <ac:spMk id="6" creationId="{9168196A-DE35-4342-0B5E-04628852EC89}"/>
          </ac:spMkLst>
        </pc:spChg>
        <pc:spChg chg="add mod">
          <ac:chgData name="Go Watanabe" userId="eca159047afb4479" providerId="LiveId" clId="{C8CBD94C-A8AB-4123-9D80-86814A7DE591}" dt="2026-05-06T11:36:32.550" v="8842" actId="14100"/>
          <ac:spMkLst>
            <pc:docMk/>
            <pc:sldMk cId="3488839029" sldId="1330"/>
            <ac:spMk id="8" creationId="{7D4DB218-4FBE-00FC-5DE2-C6FECFF4727F}"/>
          </ac:spMkLst>
        </pc:spChg>
      </pc:sldChg>
      <pc:sldChg chg="addSp delSp modSp add mod">
        <pc:chgData name="Go Watanabe" userId="eca159047afb4479" providerId="LiveId" clId="{C8CBD94C-A8AB-4123-9D80-86814A7DE591}" dt="2026-05-06T11:39:57.818" v="9021" actId="14100"/>
        <pc:sldMkLst>
          <pc:docMk/>
          <pc:sldMk cId="2104157153" sldId="1331"/>
        </pc:sldMkLst>
        <pc:spChg chg="mod">
          <ac:chgData name="Go Watanabe" userId="eca159047afb4479" providerId="LiveId" clId="{C8CBD94C-A8AB-4123-9D80-86814A7DE591}" dt="2026-04-27T16:57:54.043" v="8075" actId="20577"/>
          <ac:spMkLst>
            <pc:docMk/>
            <pc:sldMk cId="2104157153" sldId="1331"/>
            <ac:spMk id="2" creationId="{0EEC3EED-890D-AF09-A2B0-7D6719018CD1}"/>
          </ac:spMkLst>
        </pc:spChg>
        <pc:spChg chg="mod">
          <ac:chgData name="Go Watanabe" userId="eca159047afb4479" providerId="LiveId" clId="{C8CBD94C-A8AB-4123-9D80-86814A7DE591}" dt="2026-04-27T16:58:29.886" v="8077" actId="14100"/>
          <ac:spMkLst>
            <pc:docMk/>
            <pc:sldMk cId="2104157153" sldId="1331"/>
            <ac:spMk id="3" creationId="{CE90A5BA-8F87-891F-6F8C-328AF2F55220}"/>
          </ac:spMkLst>
        </pc:spChg>
        <pc:spChg chg="add mod">
          <ac:chgData name="Go Watanabe" userId="eca159047afb4479" providerId="LiveId" clId="{C8CBD94C-A8AB-4123-9D80-86814A7DE591}" dt="2026-05-06T11:38:46.126" v="8978" actId="1038"/>
          <ac:spMkLst>
            <pc:docMk/>
            <pc:sldMk cId="2104157153" sldId="1331"/>
            <ac:spMk id="4" creationId="{6CA81D14-607C-DD0C-2B97-74E380DDE665}"/>
          </ac:spMkLst>
        </pc:spChg>
        <pc:spChg chg="add mod">
          <ac:chgData name="Go Watanabe" userId="eca159047afb4479" providerId="LiveId" clId="{C8CBD94C-A8AB-4123-9D80-86814A7DE591}" dt="2026-04-27T16:59:01.275" v="8081" actId="14100"/>
          <ac:spMkLst>
            <pc:docMk/>
            <pc:sldMk cId="2104157153" sldId="1331"/>
            <ac:spMk id="5" creationId="{E3AB3C0A-2333-6A9D-1477-D1C19446D683}"/>
          </ac:spMkLst>
        </pc:spChg>
        <pc:spChg chg="mod">
          <ac:chgData name="Go Watanabe" userId="eca159047afb4479" providerId="LiveId" clId="{C8CBD94C-A8AB-4123-9D80-86814A7DE591}" dt="2026-04-27T17:01:39.448" v="8121" actId="14100"/>
          <ac:spMkLst>
            <pc:docMk/>
            <pc:sldMk cId="2104157153" sldId="1331"/>
            <ac:spMk id="6" creationId="{54ACFDA7-1241-562A-D18F-775CB04CC821}"/>
          </ac:spMkLst>
        </pc:spChg>
        <pc:spChg chg="add mod">
          <ac:chgData name="Go Watanabe" userId="eca159047afb4479" providerId="LiveId" clId="{C8CBD94C-A8AB-4123-9D80-86814A7DE591}" dt="2026-04-27T16:59:09.632" v="8084" actId="14100"/>
          <ac:spMkLst>
            <pc:docMk/>
            <pc:sldMk cId="2104157153" sldId="1331"/>
            <ac:spMk id="8" creationId="{2E8FDC69-5B90-DB3A-4DDC-6BAA5EA2F00E}"/>
          </ac:spMkLst>
        </pc:spChg>
        <pc:spChg chg="add del mod">
          <ac:chgData name="Go Watanabe" userId="eca159047afb4479" providerId="LiveId" clId="{C8CBD94C-A8AB-4123-9D80-86814A7DE591}" dt="2026-05-06T11:37:26.257" v="8867" actId="478"/>
          <ac:spMkLst>
            <pc:docMk/>
            <pc:sldMk cId="2104157153" sldId="1331"/>
            <ac:spMk id="9" creationId="{EF5115C6-F773-41E2-14B5-0A1425F96043}"/>
          </ac:spMkLst>
        </pc:spChg>
        <pc:spChg chg="add mod">
          <ac:chgData name="Go Watanabe" userId="eca159047afb4479" providerId="LiveId" clId="{C8CBD94C-A8AB-4123-9D80-86814A7DE591}" dt="2026-05-06T11:39:57.818" v="9021" actId="14100"/>
          <ac:spMkLst>
            <pc:docMk/>
            <pc:sldMk cId="2104157153" sldId="1331"/>
            <ac:spMk id="10" creationId="{D4AE38D8-8171-FED3-F343-963113C40C69}"/>
          </ac:spMkLst>
        </pc:spChg>
        <pc:spChg chg="add mod">
          <ac:chgData name="Go Watanabe" userId="eca159047afb4479" providerId="LiveId" clId="{C8CBD94C-A8AB-4123-9D80-86814A7DE591}" dt="2026-05-06T11:39:51.520" v="9020" actId="1037"/>
          <ac:spMkLst>
            <pc:docMk/>
            <pc:sldMk cId="2104157153" sldId="1331"/>
            <ac:spMk id="11" creationId="{A644E02F-CD19-10EA-1A69-AD91544216A9}"/>
          </ac:spMkLst>
        </pc:spChg>
      </pc:sldChg>
      <pc:sldChg chg="addSp delSp modSp add mod">
        <pc:chgData name="Go Watanabe" userId="eca159047afb4479" providerId="LiveId" clId="{C8CBD94C-A8AB-4123-9D80-86814A7DE591}" dt="2026-05-06T11:44:40.596" v="9183" actId="14100"/>
        <pc:sldMkLst>
          <pc:docMk/>
          <pc:sldMk cId="1901189799" sldId="1332"/>
        </pc:sldMkLst>
        <pc:spChg chg="mod">
          <ac:chgData name="Go Watanabe" userId="eca159047afb4479" providerId="LiveId" clId="{C8CBD94C-A8AB-4123-9D80-86814A7DE591}" dt="2026-04-27T17:00:54.988" v="8118" actId="20577"/>
          <ac:spMkLst>
            <pc:docMk/>
            <pc:sldMk cId="1901189799" sldId="1332"/>
            <ac:spMk id="2" creationId="{FF97A99E-6C7A-E14F-BB5A-F253F8786960}"/>
          </ac:spMkLst>
        </pc:spChg>
        <pc:spChg chg="add mod">
          <ac:chgData name="Go Watanabe" userId="eca159047afb4479" providerId="LiveId" clId="{C8CBD94C-A8AB-4123-9D80-86814A7DE591}" dt="2026-05-06T11:40:48.530" v="9034" actId="14100"/>
          <ac:spMkLst>
            <pc:docMk/>
            <pc:sldMk cId="1901189799" sldId="1332"/>
            <ac:spMk id="4" creationId="{002077AF-6554-B82E-6938-D3F1CE41684D}"/>
          </ac:spMkLst>
        </pc:spChg>
        <pc:spChg chg="add mod">
          <ac:chgData name="Go Watanabe" userId="eca159047afb4479" providerId="LiveId" clId="{C8CBD94C-A8AB-4123-9D80-86814A7DE591}" dt="2026-05-06T11:44:40.596" v="9183" actId="14100"/>
          <ac:spMkLst>
            <pc:docMk/>
            <pc:sldMk cId="1901189799" sldId="1332"/>
            <ac:spMk id="7" creationId="{4E76791F-D098-A8F7-E5DD-80B7C299FB09}"/>
          </ac:spMkLst>
        </pc:spChg>
      </pc:sldChg>
      <pc:sldChg chg="addSp delSp modSp add mod">
        <pc:chgData name="Go Watanabe" userId="eca159047afb4479" providerId="LiveId" clId="{C8CBD94C-A8AB-4123-9D80-86814A7DE591}" dt="2026-05-06T11:48:14.281" v="9323" actId="693"/>
        <pc:sldMkLst>
          <pc:docMk/>
          <pc:sldMk cId="2413049439" sldId="1333"/>
        </pc:sldMkLst>
        <pc:spChg chg="mod">
          <ac:chgData name="Go Watanabe" userId="eca159047afb4479" providerId="LiveId" clId="{C8CBD94C-A8AB-4123-9D80-86814A7DE591}" dt="2026-04-27T17:03:55.637" v="8163" actId="20577"/>
          <ac:spMkLst>
            <pc:docMk/>
            <pc:sldMk cId="2413049439" sldId="1333"/>
            <ac:spMk id="2" creationId="{11CCEF1F-D3D0-0673-7455-504CEA2E5E67}"/>
          </ac:spMkLst>
        </pc:spChg>
        <pc:spChg chg="add mod">
          <ac:chgData name="Go Watanabe" userId="eca159047afb4479" providerId="LiveId" clId="{C8CBD94C-A8AB-4123-9D80-86814A7DE591}" dt="2026-05-06T11:47:17.299" v="9317" actId="14100"/>
          <ac:spMkLst>
            <pc:docMk/>
            <pc:sldMk cId="2413049439" sldId="1333"/>
            <ac:spMk id="4" creationId="{46C8F160-A3A4-DAD8-A92D-1EFDDE6AC12D}"/>
          </ac:spMkLst>
        </pc:spChg>
        <pc:spChg chg="add mod">
          <ac:chgData name="Go Watanabe" userId="eca159047afb4479" providerId="LiveId" clId="{C8CBD94C-A8AB-4123-9D80-86814A7DE591}" dt="2026-05-06T11:46:15.834" v="9249" actId="14100"/>
          <ac:spMkLst>
            <pc:docMk/>
            <pc:sldMk cId="2413049439" sldId="1333"/>
            <ac:spMk id="5" creationId="{5D2CA267-5417-75D2-01D1-E7A4447C0EE1}"/>
          </ac:spMkLst>
        </pc:spChg>
        <pc:spChg chg="add mod">
          <ac:chgData name="Go Watanabe" userId="eca159047afb4479" providerId="LiveId" clId="{C8CBD94C-A8AB-4123-9D80-86814A7DE591}" dt="2026-05-06T11:45:56.387" v="9236" actId="1037"/>
          <ac:spMkLst>
            <pc:docMk/>
            <pc:sldMk cId="2413049439" sldId="1333"/>
            <ac:spMk id="6" creationId="{5687B311-1883-2037-6752-EEC8B83A5DAE}"/>
          </ac:spMkLst>
        </pc:spChg>
        <pc:cxnChg chg="add mod">
          <ac:chgData name="Go Watanabe" userId="eca159047afb4479" providerId="LiveId" clId="{C8CBD94C-A8AB-4123-9D80-86814A7DE591}" dt="2026-05-06T11:48:14.281" v="9323" actId="693"/>
          <ac:cxnSpMkLst>
            <pc:docMk/>
            <pc:sldMk cId="2413049439" sldId="1333"/>
            <ac:cxnSpMk id="8" creationId="{857B1314-F629-27CF-941E-BD83FBBCD025}"/>
          </ac:cxnSpMkLst>
        </pc:cxnChg>
      </pc:sldChg>
      <pc:sldChg chg="addSp delSp modSp add mod">
        <pc:chgData name="Go Watanabe" userId="eca159047afb4479" providerId="LiveId" clId="{C8CBD94C-A8AB-4123-9D80-86814A7DE591}" dt="2026-05-06T11:49:49.694" v="9385" actId="21"/>
        <pc:sldMkLst>
          <pc:docMk/>
          <pc:sldMk cId="4736367" sldId="1334"/>
        </pc:sldMkLst>
        <pc:spChg chg="mod">
          <ac:chgData name="Go Watanabe" userId="eca159047afb4479" providerId="LiveId" clId="{C8CBD94C-A8AB-4123-9D80-86814A7DE591}" dt="2026-04-27T17:04:42.946" v="8184" actId="20577"/>
          <ac:spMkLst>
            <pc:docMk/>
            <pc:sldMk cId="4736367" sldId="1334"/>
            <ac:spMk id="2" creationId="{366F37AB-7DBC-F8CD-881E-FBCBB768E44E}"/>
          </ac:spMkLst>
        </pc:spChg>
        <pc:spChg chg="add mod">
          <ac:chgData name="Go Watanabe" userId="eca159047afb4479" providerId="LiveId" clId="{C8CBD94C-A8AB-4123-9D80-86814A7DE591}" dt="2026-05-06T11:49:28.864" v="9383" actId="14100"/>
          <ac:spMkLst>
            <pc:docMk/>
            <pc:sldMk cId="4736367" sldId="1334"/>
            <ac:spMk id="3" creationId="{2A15E4DF-6498-7F09-49FB-EEFCED1EE858}"/>
          </ac:spMkLst>
        </pc:spChg>
        <pc:spChg chg="add del mod">
          <ac:chgData name="Go Watanabe" userId="eca159047afb4479" providerId="LiveId" clId="{C8CBD94C-A8AB-4123-9D80-86814A7DE591}" dt="2026-05-06T11:49:49.694" v="9385" actId="21"/>
          <ac:spMkLst>
            <pc:docMk/>
            <pc:sldMk cId="4736367" sldId="1334"/>
            <ac:spMk id="4" creationId="{957EE883-6BD5-C79D-BED0-D100F481EB69}"/>
          </ac:spMkLst>
        </pc:spChg>
      </pc:sldChg>
      <pc:sldChg chg="addSp modSp add mod">
        <pc:chgData name="Go Watanabe" userId="eca159047afb4479" providerId="LiveId" clId="{C8CBD94C-A8AB-4123-9D80-86814A7DE591}" dt="2026-05-06T11:50:15.424" v="9418" actId="14100"/>
        <pc:sldMkLst>
          <pc:docMk/>
          <pc:sldMk cId="3685579576" sldId="1335"/>
        </pc:sldMkLst>
        <pc:spChg chg="mod">
          <ac:chgData name="Go Watanabe" userId="eca159047afb4479" providerId="LiveId" clId="{C8CBD94C-A8AB-4123-9D80-86814A7DE591}" dt="2026-04-27T17:11:28.976" v="8218" actId="20577"/>
          <ac:spMkLst>
            <pc:docMk/>
            <pc:sldMk cId="3685579576" sldId="1335"/>
            <ac:spMk id="2" creationId="{87A7734B-8D2A-3397-79D6-84F4F5590768}"/>
          </ac:spMkLst>
        </pc:spChg>
        <pc:spChg chg="add mod">
          <ac:chgData name="Go Watanabe" userId="eca159047afb4479" providerId="LiveId" clId="{C8CBD94C-A8AB-4123-9D80-86814A7DE591}" dt="2026-05-06T11:50:15.424" v="9418" actId="14100"/>
          <ac:spMkLst>
            <pc:docMk/>
            <pc:sldMk cId="3685579576" sldId="1335"/>
            <ac:spMk id="4" creationId="{957EE883-6BD5-C79D-BED0-D100F481EB69}"/>
          </ac:spMkLst>
        </pc:spChg>
      </pc:sldChg>
      <pc:sldMasterChg chg="addSldLayout modSldLayout">
        <pc:chgData name="Go Watanabe" userId="eca159047afb4479" providerId="LiveId" clId="{C8CBD94C-A8AB-4123-9D80-86814A7DE591}" dt="2026-04-28T00:15:50.147" v="8357" actId="208"/>
        <pc:sldMasterMkLst>
          <pc:docMk/>
          <pc:sldMasterMk cId="3407688336" sldId="2147483648"/>
        </pc:sldMasterMkLst>
        <pc:sldLayoutChg chg="addSp delSp modSp add mod modTransition">
          <pc:chgData name="Go Watanabe" userId="eca159047afb4479" providerId="LiveId" clId="{C8CBD94C-A8AB-4123-9D80-86814A7DE591}" dt="2026-04-28T00:15:50.147" v="8357" actId="208"/>
          <pc:sldLayoutMkLst>
            <pc:docMk/>
            <pc:sldMasterMk cId="3407688336" sldId="2147483648"/>
            <pc:sldLayoutMk cId="3252259600" sldId="2147483670"/>
          </pc:sldLayoutMkLst>
          <pc:spChg chg="mod">
            <ac:chgData name="Go Watanabe" userId="eca159047afb4479" providerId="LiveId" clId="{C8CBD94C-A8AB-4123-9D80-86814A7DE591}" dt="2026-04-27T12:24:42.855" v="6469" actId="1076"/>
            <ac:spMkLst>
              <pc:docMk/>
              <pc:sldMasterMk cId="3407688336" sldId="2147483648"/>
              <pc:sldLayoutMk cId="3252259600" sldId="2147483670"/>
              <ac:spMk id="4" creationId="{5509DB19-786D-47A6-B6C2-514A98F7F8F7}"/>
            </ac:spMkLst>
          </pc:spChg>
          <pc:spChg chg="mod">
            <ac:chgData name="Go Watanabe" userId="eca159047afb4479" providerId="LiveId" clId="{C8CBD94C-A8AB-4123-9D80-86814A7DE591}" dt="2026-04-27T16:14:40.062" v="7799" actId="207"/>
            <ac:spMkLst>
              <pc:docMk/>
              <pc:sldMasterMk cId="3407688336" sldId="2147483648"/>
              <pc:sldLayoutMk cId="3252259600" sldId="2147483670"/>
              <ac:spMk id="5" creationId="{ECCFDB09-6135-2141-5BD4-0AAACB18D63A}"/>
            </ac:spMkLst>
          </pc:spChg>
          <pc:spChg chg="mod">
            <ac:chgData name="Go Watanabe" userId="eca159047afb4479" providerId="LiveId" clId="{C8CBD94C-A8AB-4123-9D80-86814A7DE591}" dt="2026-04-27T12:53:28.124" v="7035" actId="20577"/>
            <ac:spMkLst>
              <pc:docMk/>
              <pc:sldMasterMk cId="3407688336" sldId="2147483648"/>
              <pc:sldLayoutMk cId="3252259600" sldId="2147483670"/>
              <ac:spMk id="6" creationId="{5E18C09F-9492-9CD6-4083-386E6A15A8E4}"/>
            </ac:spMkLst>
          </pc:spChg>
          <pc:spChg chg="mod">
            <ac:chgData name="Go Watanabe" userId="eca159047afb4479" providerId="LiveId" clId="{C8CBD94C-A8AB-4123-9D80-86814A7DE591}" dt="2026-04-28T00:15:35.658" v="8355" actId="207"/>
            <ac:spMkLst>
              <pc:docMk/>
              <pc:sldMasterMk cId="3407688336" sldId="2147483648"/>
              <pc:sldLayoutMk cId="3252259600" sldId="2147483670"/>
              <ac:spMk id="7" creationId="{39B16D0C-FEC2-7F88-1C0D-406C972CEF10}"/>
            </ac:spMkLst>
          </pc:spChg>
          <pc:spChg chg="mod">
            <ac:chgData name="Go Watanabe" userId="eca159047afb4479" providerId="LiveId" clId="{C8CBD94C-A8AB-4123-9D80-86814A7DE591}" dt="2026-04-27T12:53:24.007" v="7031" actId="20577"/>
            <ac:spMkLst>
              <pc:docMk/>
              <pc:sldMasterMk cId="3407688336" sldId="2147483648"/>
              <pc:sldLayoutMk cId="3252259600" sldId="2147483670"/>
              <ac:spMk id="8" creationId="{29B2F8B2-AE19-5356-9179-E3AD507FFB5A}"/>
            </ac:spMkLst>
          </pc:spChg>
          <pc:spChg chg="mod">
            <ac:chgData name="Go Watanabe" userId="eca159047afb4479" providerId="LiveId" clId="{C8CBD94C-A8AB-4123-9D80-86814A7DE591}" dt="2026-04-27T16:00:29.472" v="7591" actId="1038"/>
            <ac:spMkLst>
              <pc:docMk/>
              <pc:sldMasterMk cId="3407688336" sldId="2147483648"/>
              <pc:sldLayoutMk cId="3252259600" sldId="2147483670"/>
              <ac:spMk id="9" creationId="{2AF08A8F-680D-C6BA-C3AA-283F66808EF2}"/>
            </ac:spMkLst>
          </pc:spChg>
          <pc:spChg chg="mod">
            <ac:chgData name="Go Watanabe" userId="eca159047afb4479" providerId="LiveId" clId="{C8CBD94C-A8AB-4123-9D80-86814A7DE591}" dt="2026-04-27T16:05:11.830" v="7699" actId="404"/>
            <ac:spMkLst>
              <pc:docMk/>
              <pc:sldMasterMk cId="3407688336" sldId="2147483648"/>
              <pc:sldLayoutMk cId="3252259600" sldId="2147483670"/>
              <ac:spMk id="11" creationId="{0297D339-1209-088A-CCEE-2C59A7EF3910}"/>
            </ac:spMkLst>
          </pc:spChg>
          <pc:spChg chg="mod">
            <ac:chgData name="Go Watanabe" userId="eca159047afb4479" providerId="LiveId" clId="{C8CBD94C-A8AB-4123-9D80-86814A7DE591}" dt="2026-04-27T13:09:53.102" v="7268" actId="1037"/>
            <ac:spMkLst>
              <pc:docMk/>
              <pc:sldMasterMk cId="3407688336" sldId="2147483648"/>
              <pc:sldLayoutMk cId="3252259600" sldId="2147483670"/>
              <ac:spMk id="12" creationId="{BAD815C5-65C4-BF09-E3DE-EF963A12CDBA}"/>
            </ac:spMkLst>
          </pc:spChg>
          <pc:spChg chg="mod ord">
            <ac:chgData name="Go Watanabe" userId="eca159047afb4479" providerId="LiveId" clId="{C8CBD94C-A8AB-4123-9D80-86814A7DE591}" dt="2026-04-27T16:10:51.730" v="7797" actId="1582"/>
            <ac:spMkLst>
              <pc:docMk/>
              <pc:sldMasterMk cId="3407688336" sldId="2147483648"/>
              <pc:sldLayoutMk cId="3252259600" sldId="2147483670"/>
              <ac:spMk id="14" creationId="{A5E47706-B297-18AB-F9A0-6F7F4BB1E051}"/>
            </ac:spMkLst>
          </pc:spChg>
          <pc:spChg chg="mod">
            <ac:chgData name="Go Watanabe" userId="eca159047afb4479" providerId="LiveId" clId="{C8CBD94C-A8AB-4123-9D80-86814A7DE591}" dt="2026-04-27T16:00:29.472" v="7591" actId="1038"/>
            <ac:spMkLst>
              <pc:docMk/>
              <pc:sldMasterMk cId="3407688336" sldId="2147483648"/>
              <pc:sldLayoutMk cId="3252259600" sldId="2147483670"/>
              <ac:spMk id="18" creationId="{F4BD4959-B4E2-8739-08ED-788DFC90C479}"/>
            </ac:spMkLst>
          </pc:spChg>
          <pc:spChg chg="mod">
            <ac:chgData name="Go Watanabe" userId="eca159047afb4479" providerId="LiveId" clId="{C8CBD94C-A8AB-4123-9D80-86814A7DE591}" dt="2026-04-27T12:17:36.547" v="6240" actId="1037"/>
            <ac:spMkLst>
              <pc:docMk/>
              <pc:sldMasterMk cId="3407688336" sldId="2147483648"/>
              <pc:sldLayoutMk cId="3252259600" sldId="2147483670"/>
              <ac:spMk id="21" creationId="{0D42AB65-B21B-1E3A-DCF8-84AC25616A89}"/>
            </ac:spMkLst>
          </pc:spChg>
          <pc:spChg chg="mod">
            <ac:chgData name="Go Watanabe" userId="eca159047afb4479" providerId="LiveId" clId="{C8CBD94C-A8AB-4123-9D80-86814A7DE591}" dt="2026-04-28T00:15:50.147" v="8357" actId="208"/>
            <ac:spMkLst>
              <pc:docMk/>
              <pc:sldMasterMk cId="3407688336" sldId="2147483648"/>
              <pc:sldLayoutMk cId="3252259600" sldId="2147483670"/>
              <ac:spMk id="25" creationId="{BA7BB246-C033-FC33-6323-C10A705EC12D}"/>
            </ac:spMkLst>
          </pc:spChg>
          <pc:spChg chg="mod ord">
            <ac:chgData name="Go Watanabe" userId="eca159047afb4479" providerId="LiveId" clId="{C8CBD94C-A8AB-4123-9D80-86814A7DE591}" dt="2026-04-27T16:10:51.730" v="7797" actId="1582"/>
            <ac:spMkLst>
              <pc:docMk/>
              <pc:sldMasterMk cId="3407688336" sldId="2147483648"/>
              <pc:sldLayoutMk cId="3252259600" sldId="2147483670"/>
              <ac:spMk id="26" creationId="{02316240-5253-7EF6-C197-E21F4C59CEAD}"/>
            </ac:spMkLst>
          </pc:spChg>
          <pc:spChg chg="mod ord">
            <ac:chgData name="Go Watanabe" userId="eca159047afb4479" providerId="LiveId" clId="{C8CBD94C-A8AB-4123-9D80-86814A7DE591}" dt="2026-04-27T16:10:51.730" v="7797" actId="1582"/>
            <ac:spMkLst>
              <pc:docMk/>
              <pc:sldMasterMk cId="3407688336" sldId="2147483648"/>
              <pc:sldLayoutMk cId="3252259600" sldId="2147483670"/>
              <ac:spMk id="27" creationId="{8311B8CA-911A-EE7F-6CC1-E7DDF6ACD2EA}"/>
            </ac:spMkLst>
          </pc:spChg>
          <pc:spChg chg="mod">
            <ac:chgData name="Go Watanabe" userId="eca159047afb4479" providerId="LiveId" clId="{C8CBD94C-A8AB-4123-9D80-86814A7DE591}" dt="2026-04-28T00:15:18.928" v="8351" actId="208"/>
            <ac:spMkLst>
              <pc:docMk/>
              <pc:sldMasterMk cId="3407688336" sldId="2147483648"/>
              <pc:sldLayoutMk cId="3252259600" sldId="2147483670"/>
              <ac:spMk id="29" creationId="{0451CC98-2F47-23C0-4BEE-0572C981C7ED}"/>
            </ac:spMkLst>
          </pc:spChg>
          <pc:spChg chg="mod">
            <ac:chgData name="Go Watanabe" userId="eca159047afb4479" providerId="LiveId" clId="{C8CBD94C-A8AB-4123-9D80-86814A7DE591}" dt="2026-04-27T13:04:40.964" v="7216" actId="554"/>
            <ac:spMkLst>
              <pc:docMk/>
              <pc:sldMasterMk cId="3407688336" sldId="2147483648"/>
              <pc:sldLayoutMk cId="3252259600" sldId="2147483670"/>
              <ac:spMk id="31" creationId="{D4950218-D361-2678-C6B7-125D536F9B2D}"/>
            </ac:spMkLst>
          </pc:spChg>
          <pc:spChg chg="mod">
            <ac:chgData name="Go Watanabe" userId="eca159047afb4479" providerId="LiveId" clId="{C8CBD94C-A8AB-4123-9D80-86814A7DE591}" dt="2026-04-27T13:09:53.102" v="7268" actId="1037"/>
            <ac:spMkLst>
              <pc:docMk/>
              <pc:sldMasterMk cId="3407688336" sldId="2147483648"/>
              <pc:sldLayoutMk cId="3252259600" sldId="2147483670"/>
              <ac:spMk id="32" creationId="{0B0E94B7-7013-97B0-F7D3-B8581E179678}"/>
            </ac:spMkLst>
          </pc:spChg>
          <pc:spChg chg="mod">
            <ac:chgData name="Go Watanabe" userId="eca159047afb4479" providerId="LiveId" clId="{C8CBD94C-A8AB-4123-9D80-86814A7DE591}" dt="2026-04-27T16:53:52.436" v="8030" actId="552"/>
            <ac:spMkLst>
              <pc:docMk/>
              <pc:sldMasterMk cId="3407688336" sldId="2147483648"/>
              <pc:sldLayoutMk cId="3252259600" sldId="2147483670"/>
              <ac:spMk id="41" creationId="{40239003-60DC-236D-1355-61C13D4C31E2}"/>
            </ac:spMkLst>
          </pc:spChg>
          <pc:spChg chg="mod">
            <ac:chgData name="Go Watanabe" userId="eca159047afb4479" providerId="LiveId" clId="{C8CBD94C-A8AB-4123-9D80-86814A7DE591}" dt="2026-04-27T16:19:52.310" v="7829" actId="20577"/>
            <ac:spMkLst>
              <pc:docMk/>
              <pc:sldMasterMk cId="3407688336" sldId="2147483648"/>
              <pc:sldLayoutMk cId="3252259600" sldId="2147483670"/>
              <ac:spMk id="45" creationId="{5B1FF810-2D7D-779B-BBF5-E4C7D6E1A9D5}"/>
            </ac:spMkLst>
          </pc:spChg>
          <pc:spChg chg="mod">
            <ac:chgData name="Go Watanabe" userId="eca159047afb4479" providerId="LiveId" clId="{C8CBD94C-A8AB-4123-9D80-86814A7DE591}" dt="2026-04-27T16:20:28.221" v="7834" actId="14100"/>
            <ac:spMkLst>
              <pc:docMk/>
              <pc:sldMasterMk cId="3407688336" sldId="2147483648"/>
              <pc:sldLayoutMk cId="3252259600" sldId="2147483670"/>
              <ac:spMk id="48" creationId="{CA412326-C4E3-86E4-9EE1-F652E4573F62}"/>
            </ac:spMkLst>
          </pc:spChg>
          <pc:spChg chg="add mod">
            <ac:chgData name="Go Watanabe" userId="eca159047afb4479" providerId="LiveId" clId="{C8CBD94C-A8AB-4123-9D80-86814A7DE591}" dt="2026-04-28T00:15:28.670" v="8353" actId="207"/>
            <ac:spMkLst>
              <pc:docMk/>
              <pc:sldMasterMk cId="3407688336" sldId="2147483648"/>
              <pc:sldLayoutMk cId="3252259600" sldId="2147483670"/>
              <ac:spMk id="55" creationId="{455FC9D3-8EA0-02D4-A2E0-8E31E8B56B82}"/>
            </ac:spMkLst>
          </pc:spChg>
          <pc:spChg chg="mod">
            <ac:chgData name="Go Watanabe" userId="eca159047afb4479" providerId="LiveId" clId="{C8CBD94C-A8AB-4123-9D80-86814A7DE591}" dt="2026-04-27T16:22:23.823" v="7837" actId="14100"/>
            <ac:spMkLst>
              <pc:docMk/>
              <pc:sldMasterMk cId="3407688336" sldId="2147483648"/>
              <pc:sldLayoutMk cId="3252259600" sldId="2147483670"/>
              <ac:spMk id="56" creationId="{60ACE077-2B99-F41D-4879-61E200739D50}"/>
            </ac:spMkLst>
          </pc:spChg>
          <pc:spChg chg="add mod">
            <ac:chgData name="Go Watanabe" userId="eca159047afb4479" providerId="LiveId" clId="{C8CBD94C-A8AB-4123-9D80-86814A7DE591}" dt="2026-04-28T00:15:28.670" v="8353" actId="207"/>
            <ac:spMkLst>
              <pc:docMk/>
              <pc:sldMasterMk cId="3407688336" sldId="2147483648"/>
              <pc:sldLayoutMk cId="3252259600" sldId="2147483670"/>
              <ac:spMk id="57" creationId="{026E38A6-3FE5-E95B-52B2-998615B6079D}"/>
            </ac:spMkLst>
          </pc:spChg>
          <pc:spChg chg="mod ord">
            <ac:chgData name="Go Watanabe" userId="eca159047afb4479" providerId="LiveId" clId="{C8CBD94C-A8AB-4123-9D80-86814A7DE591}" dt="2026-04-27T16:10:51.730" v="7797" actId="1582"/>
            <ac:spMkLst>
              <pc:docMk/>
              <pc:sldMasterMk cId="3407688336" sldId="2147483648"/>
              <pc:sldLayoutMk cId="3252259600" sldId="2147483670"/>
              <ac:spMk id="61" creationId="{3BDB2ACE-62C8-3CBA-F65D-948870FDB1AB}"/>
            </ac:spMkLst>
          </pc:spChg>
          <pc:spChg chg="mod">
            <ac:chgData name="Go Watanabe" userId="eca159047afb4479" providerId="LiveId" clId="{C8CBD94C-A8AB-4123-9D80-86814A7DE591}" dt="2026-04-27T16:22:32.568" v="7840" actId="14100"/>
            <ac:spMkLst>
              <pc:docMk/>
              <pc:sldMasterMk cId="3407688336" sldId="2147483648"/>
              <pc:sldLayoutMk cId="3252259600" sldId="2147483670"/>
              <ac:spMk id="62" creationId="{68242815-CD11-B1B9-F51A-C8C1FFB9CD92}"/>
            </ac:spMkLst>
          </pc:spChg>
          <pc:spChg chg="add mod">
            <ac:chgData name="Go Watanabe" userId="eca159047afb4479" providerId="LiveId" clId="{C8CBD94C-A8AB-4123-9D80-86814A7DE591}" dt="2026-04-27T16:04:20.876" v="7681" actId="14100"/>
            <ac:spMkLst>
              <pc:docMk/>
              <pc:sldMasterMk cId="3407688336" sldId="2147483648"/>
              <pc:sldLayoutMk cId="3252259600" sldId="2147483670"/>
              <ac:spMk id="63" creationId="{8820E9B6-C68D-BF4B-8FAF-CB6511CA9464}"/>
            </ac:spMkLst>
          </pc:spChg>
          <pc:spChg chg="add mod">
            <ac:chgData name="Go Watanabe" userId="eca159047afb4479" providerId="LiveId" clId="{C8CBD94C-A8AB-4123-9D80-86814A7DE591}" dt="2026-04-27T16:00:29.472" v="7591" actId="1038"/>
            <ac:spMkLst>
              <pc:docMk/>
              <pc:sldMasterMk cId="3407688336" sldId="2147483648"/>
              <pc:sldLayoutMk cId="3252259600" sldId="2147483670"/>
              <ac:spMk id="64" creationId="{3DA9367C-9567-DD6E-CDD7-81C8956A2D35}"/>
            </ac:spMkLst>
          </pc:spChg>
          <pc:spChg chg="add mod">
            <ac:chgData name="Go Watanabe" userId="eca159047afb4479" providerId="LiveId" clId="{C8CBD94C-A8AB-4123-9D80-86814A7DE591}" dt="2026-04-27T16:00:29.472" v="7591" actId="1038"/>
            <ac:spMkLst>
              <pc:docMk/>
              <pc:sldMasterMk cId="3407688336" sldId="2147483648"/>
              <pc:sldLayoutMk cId="3252259600" sldId="2147483670"/>
              <ac:spMk id="66" creationId="{E41B6249-D872-A336-B77E-5D89F073284C}"/>
            </ac:spMkLst>
          </pc:spChg>
          <pc:spChg chg="mod">
            <ac:chgData name="Go Watanabe" userId="eca159047afb4479" providerId="LiveId" clId="{C8CBD94C-A8AB-4123-9D80-86814A7DE591}" dt="2026-04-27T16:06:39.376" v="7757" actId="14100"/>
            <ac:spMkLst>
              <pc:docMk/>
              <pc:sldMasterMk cId="3407688336" sldId="2147483648"/>
              <pc:sldLayoutMk cId="3252259600" sldId="2147483670"/>
              <ac:spMk id="68" creationId="{40CB5F0F-37AD-4D96-0443-579C9A94CD46}"/>
            </ac:spMkLst>
          </pc:spChg>
          <pc:spChg chg="mod">
            <ac:chgData name="Go Watanabe" userId="eca159047afb4479" providerId="LiveId" clId="{C8CBD94C-A8AB-4123-9D80-86814A7DE591}" dt="2026-04-27T16:21:56.422" v="7835" actId="1582"/>
            <ac:spMkLst>
              <pc:docMk/>
              <pc:sldMasterMk cId="3407688336" sldId="2147483648"/>
              <pc:sldLayoutMk cId="3252259600" sldId="2147483670"/>
              <ac:spMk id="69" creationId="{2A1BFB6C-6608-7697-DEA7-4040622D9F99}"/>
            </ac:spMkLst>
          </pc:spChg>
          <pc:spChg chg="mod">
            <ac:chgData name="Go Watanabe" userId="eca159047afb4479" providerId="LiveId" clId="{C8CBD94C-A8AB-4123-9D80-86814A7DE591}" dt="2026-04-27T12:39:21.647" v="6803" actId="1038"/>
            <ac:spMkLst>
              <pc:docMk/>
              <pc:sldMasterMk cId="3407688336" sldId="2147483648"/>
              <pc:sldLayoutMk cId="3252259600" sldId="2147483670"/>
              <ac:spMk id="71" creationId="{17E52EE4-41D4-CA4C-0F3F-A60F21E5B1EE}"/>
            </ac:spMkLst>
          </pc:spChg>
          <pc:spChg chg="add mod">
            <ac:chgData name="Go Watanabe" userId="eca159047afb4479" providerId="LiveId" clId="{C8CBD94C-A8AB-4123-9D80-86814A7DE591}" dt="2026-04-27T16:03:30.142" v="7662" actId="1038"/>
            <ac:spMkLst>
              <pc:docMk/>
              <pc:sldMasterMk cId="3407688336" sldId="2147483648"/>
              <pc:sldLayoutMk cId="3252259600" sldId="2147483670"/>
              <ac:spMk id="75" creationId="{5EF54A96-FD50-97EB-E90C-2C7C428CE2E3}"/>
            </ac:spMkLst>
          </pc:spChg>
          <pc:spChg chg="mod">
            <ac:chgData name="Go Watanabe" userId="eca159047afb4479" providerId="LiveId" clId="{C8CBD94C-A8AB-4123-9D80-86814A7DE591}" dt="2026-04-27T12:40:43.638" v="6828" actId="1076"/>
            <ac:spMkLst>
              <pc:docMk/>
              <pc:sldMasterMk cId="3407688336" sldId="2147483648"/>
              <pc:sldLayoutMk cId="3252259600" sldId="2147483670"/>
              <ac:spMk id="81" creationId="{F7F08F27-6741-95EF-819B-93550F13BE9D}"/>
            </ac:spMkLst>
          </pc:spChg>
          <pc:spChg chg="mod">
            <ac:chgData name="Go Watanabe" userId="eca159047afb4479" providerId="LiveId" clId="{C8CBD94C-A8AB-4123-9D80-86814A7DE591}" dt="2026-04-27T16:22:14.555" v="7836" actId="1076"/>
            <ac:spMkLst>
              <pc:docMk/>
              <pc:sldMasterMk cId="3407688336" sldId="2147483648"/>
              <pc:sldLayoutMk cId="3252259600" sldId="2147483670"/>
              <ac:spMk id="82" creationId="{C5D30C75-91EE-144E-9194-170A5C07EBFF}"/>
            </ac:spMkLst>
          </pc:spChg>
          <pc:spChg chg="add mod">
            <ac:chgData name="Go Watanabe" userId="eca159047afb4479" providerId="LiveId" clId="{C8CBD94C-A8AB-4123-9D80-86814A7DE591}" dt="2026-04-27T16:00:29.472" v="7591" actId="1038"/>
            <ac:spMkLst>
              <pc:docMk/>
              <pc:sldMasterMk cId="3407688336" sldId="2147483648"/>
              <pc:sldLayoutMk cId="3252259600" sldId="2147483670"/>
              <ac:spMk id="84" creationId="{81A51AC8-B270-0916-27FE-082E59B018C1}"/>
            </ac:spMkLst>
          </pc:spChg>
          <pc:spChg chg="add mod">
            <ac:chgData name="Go Watanabe" userId="eca159047afb4479" providerId="LiveId" clId="{C8CBD94C-A8AB-4123-9D80-86814A7DE591}" dt="2026-04-27T13:04:54.821" v="7220" actId="1035"/>
            <ac:spMkLst>
              <pc:docMk/>
              <pc:sldMasterMk cId="3407688336" sldId="2147483648"/>
              <pc:sldLayoutMk cId="3252259600" sldId="2147483670"/>
              <ac:spMk id="85" creationId="{35343F7C-0C48-BB11-2B1C-262FBA8E397E}"/>
            </ac:spMkLst>
          </pc:spChg>
          <pc:spChg chg="add mod">
            <ac:chgData name="Go Watanabe" userId="eca159047afb4479" providerId="LiveId" clId="{C8CBD94C-A8AB-4123-9D80-86814A7DE591}" dt="2026-04-27T16:04:26.512" v="7683" actId="1037"/>
            <ac:spMkLst>
              <pc:docMk/>
              <pc:sldMasterMk cId="3407688336" sldId="2147483648"/>
              <pc:sldLayoutMk cId="3252259600" sldId="2147483670"/>
              <ac:spMk id="86" creationId="{5D5143F2-F59C-982B-AA2B-F772A2DDD325}"/>
            </ac:spMkLst>
          </pc:spChg>
          <pc:spChg chg="add mod">
            <ac:chgData name="Go Watanabe" userId="eca159047afb4479" providerId="LiveId" clId="{C8CBD94C-A8AB-4123-9D80-86814A7DE591}" dt="2026-04-27T16:04:06.217" v="7676" actId="14100"/>
            <ac:spMkLst>
              <pc:docMk/>
              <pc:sldMasterMk cId="3407688336" sldId="2147483648"/>
              <pc:sldLayoutMk cId="3252259600" sldId="2147483670"/>
              <ac:spMk id="87" creationId="{1AAA0336-445D-9234-45F1-E2A6E37C00CD}"/>
            </ac:spMkLst>
          </pc:spChg>
          <pc:spChg chg="add mod">
            <ac:chgData name="Go Watanabe" userId="eca159047afb4479" providerId="LiveId" clId="{C8CBD94C-A8AB-4123-9D80-86814A7DE591}" dt="2026-04-27T16:04:06.217" v="7676" actId="14100"/>
            <ac:spMkLst>
              <pc:docMk/>
              <pc:sldMasterMk cId="3407688336" sldId="2147483648"/>
              <pc:sldLayoutMk cId="3252259600" sldId="2147483670"/>
              <ac:spMk id="88" creationId="{43E516E4-4507-5D77-6164-35EA8C3563A9}"/>
            </ac:spMkLst>
          </pc:spChg>
          <pc:spChg chg="add mod">
            <ac:chgData name="Go Watanabe" userId="eca159047afb4479" providerId="LiveId" clId="{C8CBD94C-A8AB-4123-9D80-86814A7DE591}" dt="2026-04-27T16:04:06.217" v="7676" actId="14100"/>
            <ac:spMkLst>
              <pc:docMk/>
              <pc:sldMasterMk cId="3407688336" sldId="2147483648"/>
              <pc:sldLayoutMk cId="3252259600" sldId="2147483670"/>
              <ac:spMk id="89" creationId="{F4EBE289-7538-7F6A-C949-61F0FE10DA05}"/>
            </ac:spMkLst>
          </pc:spChg>
          <pc:spChg chg="add mod">
            <ac:chgData name="Go Watanabe" userId="eca159047afb4479" providerId="LiveId" clId="{C8CBD94C-A8AB-4123-9D80-86814A7DE591}" dt="2026-04-27T16:53:52.436" v="8030" actId="552"/>
            <ac:spMkLst>
              <pc:docMk/>
              <pc:sldMasterMk cId="3407688336" sldId="2147483648"/>
              <pc:sldLayoutMk cId="3252259600" sldId="2147483670"/>
              <ac:spMk id="93" creationId="{9C5026CD-97B1-3E1C-3254-1FD0FBC27E48}"/>
            </ac:spMkLst>
          </pc:spChg>
          <pc:spChg chg="add mod">
            <ac:chgData name="Go Watanabe" userId="eca159047afb4479" providerId="LiveId" clId="{C8CBD94C-A8AB-4123-9D80-86814A7DE591}" dt="2026-04-27T12:57:27.770" v="7108" actId="1036"/>
            <ac:spMkLst>
              <pc:docMk/>
              <pc:sldMasterMk cId="3407688336" sldId="2147483648"/>
              <pc:sldLayoutMk cId="3252259600" sldId="2147483670"/>
              <ac:spMk id="94" creationId="{80FF180B-C989-C518-D4D4-7F5878977192}"/>
            </ac:spMkLst>
          </pc:spChg>
          <pc:spChg chg="add mod">
            <ac:chgData name="Go Watanabe" userId="eca159047afb4479" providerId="LiveId" clId="{C8CBD94C-A8AB-4123-9D80-86814A7DE591}" dt="2026-04-27T12:57:27.770" v="7108" actId="1036"/>
            <ac:spMkLst>
              <pc:docMk/>
              <pc:sldMasterMk cId="3407688336" sldId="2147483648"/>
              <pc:sldLayoutMk cId="3252259600" sldId="2147483670"/>
              <ac:spMk id="95" creationId="{10A4E6D7-2DD6-C5C4-2254-3B241F9FD329}"/>
            </ac:spMkLst>
          </pc:spChg>
          <pc:spChg chg="add mod">
            <ac:chgData name="Go Watanabe" userId="eca159047afb4479" providerId="LiveId" clId="{C8CBD94C-A8AB-4123-9D80-86814A7DE591}" dt="2026-04-27T16:21:56.422" v="7835" actId="1582"/>
            <ac:spMkLst>
              <pc:docMk/>
              <pc:sldMasterMk cId="3407688336" sldId="2147483648"/>
              <pc:sldLayoutMk cId="3252259600" sldId="2147483670"/>
              <ac:spMk id="96" creationId="{26812CED-7009-9418-8769-B8E2DBB78668}"/>
            </ac:spMkLst>
          </pc:spChg>
          <pc:spChg chg="add mod">
            <ac:chgData name="Go Watanabe" userId="eca159047afb4479" providerId="LiveId" clId="{C8CBD94C-A8AB-4123-9D80-86814A7DE591}" dt="2026-04-27T12:57:27.770" v="7108" actId="1036"/>
            <ac:spMkLst>
              <pc:docMk/>
              <pc:sldMasterMk cId="3407688336" sldId="2147483648"/>
              <pc:sldLayoutMk cId="3252259600" sldId="2147483670"/>
              <ac:spMk id="99" creationId="{AAFB9DDB-25E9-0E73-E8F9-CEBD6C13CD8A}"/>
            </ac:spMkLst>
          </pc:spChg>
          <pc:spChg chg="add mod">
            <ac:chgData name="Go Watanabe" userId="eca159047afb4479" providerId="LiveId" clId="{C8CBD94C-A8AB-4123-9D80-86814A7DE591}" dt="2026-04-27T13:09:53.102" v="7268" actId="1037"/>
            <ac:spMkLst>
              <pc:docMk/>
              <pc:sldMasterMk cId="3407688336" sldId="2147483648"/>
              <pc:sldLayoutMk cId="3252259600" sldId="2147483670"/>
              <ac:spMk id="100" creationId="{1C3E1E24-DCD2-780C-60EA-0FA4D725A223}"/>
            </ac:spMkLst>
          </pc:spChg>
          <pc:spChg chg="add mod">
            <ac:chgData name="Go Watanabe" userId="eca159047afb4479" providerId="LiveId" clId="{C8CBD94C-A8AB-4123-9D80-86814A7DE591}" dt="2026-04-27T13:09:53.102" v="7268" actId="1037"/>
            <ac:spMkLst>
              <pc:docMk/>
              <pc:sldMasterMk cId="3407688336" sldId="2147483648"/>
              <pc:sldLayoutMk cId="3252259600" sldId="2147483670"/>
              <ac:spMk id="101" creationId="{1B08FA98-1A49-496F-CB25-702D18606708}"/>
            </ac:spMkLst>
          </pc:spChg>
          <pc:spChg chg="add mod">
            <ac:chgData name="Go Watanabe" userId="eca159047afb4479" providerId="LiveId" clId="{C8CBD94C-A8AB-4123-9D80-86814A7DE591}" dt="2026-04-28T00:15:50.147" v="8357" actId="208"/>
            <ac:spMkLst>
              <pc:docMk/>
              <pc:sldMasterMk cId="3407688336" sldId="2147483648"/>
              <pc:sldLayoutMk cId="3252259600" sldId="2147483670"/>
              <ac:spMk id="119" creationId="{8C3A5AAC-391B-D14A-C7B0-CFA458182BC2}"/>
            </ac:spMkLst>
          </pc:spChg>
          <pc:spChg chg="add mod">
            <ac:chgData name="Go Watanabe" userId="eca159047afb4479" providerId="LiveId" clId="{C8CBD94C-A8AB-4123-9D80-86814A7DE591}" dt="2026-04-28T00:15:50.147" v="8357" actId="208"/>
            <ac:spMkLst>
              <pc:docMk/>
              <pc:sldMasterMk cId="3407688336" sldId="2147483648"/>
              <pc:sldLayoutMk cId="3252259600" sldId="2147483670"/>
              <ac:spMk id="120" creationId="{6DDA922B-17C9-A944-7719-88B7291213C4}"/>
            </ac:spMkLst>
          </pc:spChg>
          <pc:spChg chg="add mod">
            <ac:chgData name="Go Watanabe" userId="eca159047afb4479" providerId="LiveId" clId="{C8CBD94C-A8AB-4123-9D80-86814A7DE591}" dt="2026-04-27T13:03:51.475" v="7203" actId="1037"/>
            <ac:spMkLst>
              <pc:docMk/>
              <pc:sldMasterMk cId="3407688336" sldId="2147483648"/>
              <pc:sldLayoutMk cId="3252259600" sldId="2147483670"/>
              <ac:spMk id="123" creationId="{23B23995-71F9-A243-4567-EB8AD6A78E73}"/>
            </ac:spMkLst>
          </pc:spChg>
          <pc:spChg chg="add mod">
            <ac:chgData name="Go Watanabe" userId="eca159047afb4479" providerId="LiveId" clId="{C8CBD94C-A8AB-4123-9D80-86814A7DE591}" dt="2026-04-27T13:03:57.316" v="7209" actId="1037"/>
            <ac:spMkLst>
              <pc:docMk/>
              <pc:sldMasterMk cId="3407688336" sldId="2147483648"/>
              <pc:sldLayoutMk cId="3252259600" sldId="2147483670"/>
              <ac:spMk id="124" creationId="{4919D256-7423-6487-3CC8-5088F62960D5}"/>
            </ac:spMkLst>
          </pc:spChg>
          <pc:spChg chg="add mod">
            <ac:chgData name="Go Watanabe" userId="eca159047afb4479" providerId="LiveId" clId="{C8CBD94C-A8AB-4123-9D80-86814A7DE591}" dt="2026-04-27T16:03:30.142" v="7662" actId="1038"/>
            <ac:spMkLst>
              <pc:docMk/>
              <pc:sldMasterMk cId="3407688336" sldId="2147483648"/>
              <pc:sldLayoutMk cId="3252259600" sldId="2147483670"/>
              <ac:spMk id="125" creationId="{3177F153-AAC7-5672-0F00-F7436163140E}"/>
            </ac:spMkLst>
          </pc:spChg>
          <pc:spChg chg="add mod">
            <ac:chgData name="Go Watanabe" userId="eca159047afb4479" providerId="LiveId" clId="{C8CBD94C-A8AB-4123-9D80-86814A7DE591}" dt="2026-04-27T16:21:56.422" v="7835" actId="1582"/>
            <ac:spMkLst>
              <pc:docMk/>
              <pc:sldMasterMk cId="3407688336" sldId="2147483648"/>
              <pc:sldLayoutMk cId="3252259600" sldId="2147483670"/>
              <ac:spMk id="127" creationId="{7341C7EA-7270-AFB4-1877-1D95235395AF}"/>
            </ac:spMkLst>
          </pc:spChg>
          <pc:spChg chg="add mod">
            <ac:chgData name="Go Watanabe" userId="eca159047afb4479" providerId="LiveId" clId="{C8CBD94C-A8AB-4123-9D80-86814A7DE591}" dt="2026-04-27T16:05:51.577" v="7726" actId="14100"/>
            <ac:spMkLst>
              <pc:docMk/>
              <pc:sldMasterMk cId="3407688336" sldId="2147483648"/>
              <pc:sldLayoutMk cId="3252259600" sldId="2147483670"/>
              <ac:spMk id="142" creationId="{B5E9202E-4B7F-3DF1-6F34-B7D367E6B234}"/>
            </ac:spMkLst>
          </pc:spChg>
          <pc:spChg chg="add mod">
            <ac:chgData name="Go Watanabe" userId="eca159047afb4479" providerId="LiveId" clId="{C8CBD94C-A8AB-4123-9D80-86814A7DE591}" dt="2026-04-27T16:24:22.883" v="7852" actId="14100"/>
            <ac:spMkLst>
              <pc:docMk/>
              <pc:sldMasterMk cId="3407688336" sldId="2147483648"/>
              <pc:sldLayoutMk cId="3252259600" sldId="2147483670"/>
              <ac:spMk id="143" creationId="{2970559A-B226-2B98-74DB-32FA7851FE0B}"/>
            </ac:spMkLst>
          </pc:spChg>
          <pc:spChg chg="add mod">
            <ac:chgData name="Go Watanabe" userId="eca159047afb4479" providerId="LiveId" clId="{C8CBD94C-A8AB-4123-9D80-86814A7DE591}" dt="2026-04-27T16:24:22.883" v="7852" actId="14100"/>
            <ac:spMkLst>
              <pc:docMk/>
              <pc:sldMasterMk cId="3407688336" sldId="2147483648"/>
              <pc:sldLayoutMk cId="3252259600" sldId="2147483670"/>
              <ac:spMk id="144" creationId="{8F1555DC-D14D-E1EE-80EA-300C397B8E84}"/>
            </ac:spMkLst>
          </pc:spChg>
          <pc:spChg chg="add mod">
            <ac:chgData name="Go Watanabe" userId="eca159047afb4479" providerId="LiveId" clId="{C8CBD94C-A8AB-4123-9D80-86814A7DE591}" dt="2026-04-27T16:22:29.538" v="7839" actId="14100"/>
            <ac:spMkLst>
              <pc:docMk/>
              <pc:sldMasterMk cId="3407688336" sldId="2147483648"/>
              <pc:sldLayoutMk cId="3252259600" sldId="2147483670"/>
              <ac:spMk id="145" creationId="{304617B9-11A4-A401-AA78-B283F5BF249B}"/>
            </ac:spMkLst>
          </pc:spChg>
          <pc:picChg chg="add mod">
            <ac:chgData name="Go Watanabe" userId="eca159047afb4479" providerId="LiveId" clId="{C8CBD94C-A8AB-4123-9D80-86814A7DE591}" dt="2026-04-27T13:05:23.949" v="7227" actId="1035"/>
            <ac:picMkLst>
              <pc:docMk/>
              <pc:sldMasterMk cId="3407688336" sldId="2147483648"/>
              <pc:sldLayoutMk cId="3252259600" sldId="2147483670"/>
              <ac:picMk id="133" creationId="{79C1C7EF-5322-73DC-68F8-32D4FA755EF4}"/>
            </ac:picMkLst>
          </pc:picChg>
          <pc:cxnChg chg="mod ord">
            <ac:chgData name="Go Watanabe" userId="eca159047afb4479" providerId="LiveId" clId="{C8CBD94C-A8AB-4123-9D80-86814A7DE591}" dt="2026-04-27T12:32:27.600" v="6667" actId="1036"/>
            <ac:cxnSpMkLst>
              <pc:docMk/>
              <pc:sldMasterMk cId="3407688336" sldId="2147483648"/>
              <pc:sldLayoutMk cId="3252259600" sldId="2147483670"/>
              <ac:cxnSpMk id="3" creationId="{3F0B0318-4060-E3A2-49FF-2FED2328BFA6}"/>
            </ac:cxnSpMkLst>
          </pc:cxnChg>
          <pc:cxnChg chg="mod">
            <ac:chgData name="Go Watanabe" userId="eca159047afb4479" providerId="LiveId" clId="{C8CBD94C-A8AB-4123-9D80-86814A7DE591}" dt="2026-04-27T16:16:26.189" v="7824" actId="1035"/>
            <ac:cxnSpMkLst>
              <pc:docMk/>
              <pc:sldMasterMk cId="3407688336" sldId="2147483648"/>
              <pc:sldLayoutMk cId="3252259600" sldId="2147483670"/>
              <ac:cxnSpMk id="43" creationId="{6BF30797-32F3-E694-2C4E-CE67FAC74112}"/>
            </ac:cxnSpMkLst>
          </pc:cxnChg>
          <pc:cxnChg chg="mod">
            <ac:chgData name="Go Watanabe" userId="eca159047afb4479" providerId="LiveId" clId="{C8CBD94C-A8AB-4123-9D80-86814A7DE591}" dt="2026-04-27T16:01:25.060" v="7626" actId="1038"/>
            <ac:cxnSpMkLst>
              <pc:docMk/>
              <pc:sldMasterMk cId="3407688336" sldId="2147483648"/>
              <pc:sldLayoutMk cId="3252259600" sldId="2147483670"/>
              <ac:cxnSpMk id="44" creationId="{210434A2-F168-00D0-D4F6-5E464E34D09E}"/>
            </ac:cxnSpMkLst>
          </pc:cxnChg>
          <pc:cxnChg chg="mod">
            <ac:chgData name="Go Watanabe" userId="eca159047afb4479" providerId="LiveId" clId="{C8CBD94C-A8AB-4123-9D80-86814A7DE591}" dt="2026-04-27T16:01:25.060" v="7626" actId="1038"/>
            <ac:cxnSpMkLst>
              <pc:docMk/>
              <pc:sldMasterMk cId="3407688336" sldId="2147483648"/>
              <pc:sldLayoutMk cId="3252259600" sldId="2147483670"/>
              <ac:cxnSpMk id="53" creationId="{21027ADC-F2F6-0D2A-FA10-26CCC5D97BB1}"/>
            </ac:cxnSpMkLst>
          </pc:cxnChg>
          <pc:cxnChg chg="mod">
            <ac:chgData name="Go Watanabe" userId="eca159047afb4479" providerId="LiveId" clId="{C8CBD94C-A8AB-4123-9D80-86814A7DE591}" dt="2026-04-27T16:01:25.060" v="7626" actId="1038"/>
            <ac:cxnSpMkLst>
              <pc:docMk/>
              <pc:sldMasterMk cId="3407688336" sldId="2147483648"/>
              <pc:sldLayoutMk cId="3252259600" sldId="2147483670"/>
              <ac:cxnSpMk id="54" creationId="{9488556D-A82F-F157-CFD9-E2FCCCC71942}"/>
            </ac:cxnSpMkLst>
          </pc:cxnChg>
          <pc:cxnChg chg="mod">
            <ac:chgData name="Go Watanabe" userId="eca159047afb4479" providerId="LiveId" clId="{C8CBD94C-A8AB-4123-9D80-86814A7DE591}" dt="2026-04-27T13:00:43.660" v="7129" actId="14100"/>
            <ac:cxnSpMkLst>
              <pc:docMk/>
              <pc:sldMasterMk cId="3407688336" sldId="2147483648"/>
              <pc:sldLayoutMk cId="3252259600" sldId="2147483670"/>
              <ac:cxnSpMk id="79" creationId="{C0AB1191-986C-DF92-F51D-F5682CF0640A}"/>
            </ac:cxnSpMkLst>
          </pc:cxnChg>
          <pc:cxnChg chg="add mod">
            <ac:chgData name="Go Watanabe" userId="eca159047afb4479" providerId="LiveId" clId="{C8CBD94C-A8AB-4123-9D80-86814A7DE591}" dt="2026-04-27T13:03:33.283" v="7184" actId="1038"/>
            <ac:cxnSpMkLst>
              <pc:docMk/>
              <pc:sldMasterMk cId="3407688336" sldId="2147483648"/>
              <pc:sldLayoutMk cId="3252259600" sldId="2147483670"/>
              <ac:cxnSpMk id="91" creationId="{A8A1CD10-3F35-DB63-4A6E-6AE33511AD44}"/>
            </ac:cxnSpMkLst>
          </pc:cxnChg>
          <pc:cxnChg chg="add mod">
            <ac:chgData name="Go Watanabe" userId="eca159047afb4479" providerId="LiveId" clId="{C8CBD94C-A8AB-4123-9D80-86814A7DE591}" dt="2026-04-27T12:39:21.647" v="6803" actId="1038"/>
            <ac:cxnSpMkLst>
              <pc:docMk/>
              <pc:sldMasterMk cId="3407688336" sldId="2147483648"/>
              <pc:sldLayoutMk cId="3252259600" sldId="2147483670"/>
              <ac:cxnSpMk id="104" creationId="{AAFC23E7-767F-355C-B671-CF91184B6001}"/>
            </ac:cxnSpMkLst>
          </pc:cxnChg>
          <pc:cxnChg chg="add mod">
            <ac:chgData name="Go Watanabe" userId="eca159047afb4479" providerId="LiveId" clId="{C8CBD94C-A8AB-4123-9D80-86814A7DE591}" dt="2026-04-27T12:39:13.010" v="6774" actId="1037"/>
            <ac:cxnSpMkLst>
              <pc:docMk/>
              <pc:sldMasterMk cId="3407688336" sldId="2147483648"/>
              <pc:sldLayoutMk cId="3252259600" sldId="2147483670"/>
              <ac:cxnSpMk id="107" creationId="{3BCD9D3E-1D5D-F9FF-4C84-9DFAB03E30AB}"/>
            </ac:cxnSpMkLst>
          </pc:cxnChg>
          <pc:cxnChg chg="add mod">
            <ac:chgData name="Go Watanabe" userId="eca159047afb4479" providerId="LiveId" clId="{C8CBD94C-A8AB-4123-9D80-86814A7DE591}" dt="2026-04-27T12:39:04.686" v="6759" actId="14100"/>
            <ac:cxnSpMkLst>
              <pc:docMk/>
              <pc:sldMasterMk cId="3407688336" sldId="2147483648"/>
              <pc:sldLayoutMk cId="3252259600" sldId="2147483670"/>
              <ac:cxnSpMk id="110" creationId="{E32F7A90-7E0E-77D4-3220-6A5102486BE4}"/>
            </ac:cxnSpMkLst>
          </pc:cxnChg>
          <pc:cxnChg chg="add mod">
            <ac:chgData name="Go Watanabe" userId="eca159047afb4479" providerId="LiveId" clId="{C8CBD94C-A8AB-4123-9D80-86814A7DE591}" dt="2026-04-27T12:56:34.380" v="7097" actId="1035"/>
            <ac:cxnSpMkLst>
              <pc:docMk/>
              <pc:sldMasterMk cId="3407688336" sldId="2147483648"/>
              <pc:sldLayoutMk cId="3252259600" sldId="2147483670"/>
              <ac:cxnSpMk id="128" creationId="{4CF7CA5C-11EF-E5F0-0F1F-5A530C44AFE5}"/>
            </ac:cxnSpMkLst>
          </pc:cxnChg>
          <pc:cxnChg chg="add mod">
            <ac:chgData name="Go Watanabe" userId="eca159047afb4479" providerId="LiveId" clId="{C8CBD94C-A8AB-4123-9D80-86814A7DE591}" dt="2026-04-27T12:56:34.380" v="7097" actId="1035"/>
            <ac:cxnSpMkLst>
              <pc:docMk/>
              <pc:sldMasterMk cId="3407688336" sldId="2147483648"/>
              <pc:sldLayoutMk cId="3252259600" sldId="2147483670"/>
              <ac:cxnSpMk id="130" creationId="{49C48D7B-DFBE-2DDF-DD6C-3CD4CEC1284A}"/>
            </ac:cxnSpMkLst>
          </pc:cxnChg>
          <pc:cxnChg chg="add mod">
            <ac:chgData name="Go Watanabe" userId="eca159047afb4479" providerId="LiveId" clId="{C8CBD94C-A8AB-4123-9D80-86814A7DE591}" dt="2026-04-27T12:56:34.380" v="7097" actId="1035"/>
            <ac:cxnSpMkLst>
              <pc:docMk/>
              <pc:sldMasterMk cId="3407688336" sldId="2147483648"/>
              <pc:sldLayoutMk cId="3252259600" sldId="2147483670"/>
              <ac:cxnSpMk id="131" creationId="{2C072650-964C-358E-3E3C-EB5E66F80B02}"/>
            </ac:cxnSpMkLst>
          </pc:cxnChg>
          <pc:cxnChg chg="add mod">
            <ac:chgData name="Go Watanabe" userId="eca159047afb4479" providerId="LiveId" clId="{C8CBD94C-A8AB-4123-9D80-86814A7DE591}" dt="2026-04-27T16:54:14.494" v="8033" actId="14100"/>
            <ac:cxnSpMkLst>
              <pc:docMk/>
              <pc:sldMasterMk cId="3407688336" sldId="2147483648"/>
              <pc:sldLayoutMk cId="3252259600" sldId="2147483670"/>
              <ac:cxnSpMk id="140" creationId="{858A392F-419D-E2AD-7149-22D5681F5BB7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12FDB372-E6DE-7014-9647-C03D6BAD81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9564B5C-C367-C4E1-949E-8AFEA34245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CD4226-61AF-46ED-87CD-C763E8DA5753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68D3EDC-7337-362E-89E8-2CC0D9E9BD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F73E1B8-DCAE-EBE4-45A4-62A3B06C23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2C41D-1A5E-46BF-A9BC-D528161794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9914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705E0-040C-4348-8053-51D3266D1C9C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4729F-EF90-4135-A0C2-416C870881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0369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4729F-EF90-4135-A0C2-416C870881A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470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01_タイトル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16633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M02_セッ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28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739833" y="4472247"/>
            <a:ext cx="10740043" cy="9022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51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0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DC0DB3-29A7-4AE2-8BA7-2E8F02901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79" y="220718"/>
            <a:ext cx="11582400" cy="50483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DCFA3462-EA3C-4E88-A355-CA559FA54F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4163" y="935038"/>
            <a:ext cx="11582400" cy="5484812"/>
          </a:xfrm>
        </p:spPr>
        <p:txBody>
          <a:bodyPr/>
          <a:lstStyle>
            <a:lvl1pPr marL="269875" indent="-269875">
              <a:buFont typeface="Wingdings" panose="05000000000000000000" pitchFamily="2" charset="2"/>
              <a:buChar char="n"/>
              <a:defRPr/>
            </a:lvl1pPr>
            <a:lvl2pPr marL="536575" indent="-263525">
              <a:buFont typeface="Wingdings" panose="05000000000000000000" pitchFamily="2" charset="2"/>
              <a:buChar char="l"/>
              <a:defRPr/>
            </a:lvl2pPr>
            <a:lvl5pPr marL="1344613" indent="-263525"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510873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04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5509DB19-786D-47A6-B6C2-514A98F7F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79" y="220718"/>
            <a:ext cx="11582400" cy="50483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15653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I-2.4-Set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297D339-1209-088A-CCEE-2C59A7EF3910}"/>
              </a:ext>
            </a:extLst>
          </p:cNvPr>
          <p:cNvSpPr/>
          <p:nvPr userDrawn="1"/>
        </p:nvSpPr>
        <p:spPr>
          <a:xfrm>
            <a:off x="3947042" y="3429000"/>
            <a:ext cx="5433626" cy="22569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7030A0"/>
            </a:solidFill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CCFDB09-6135-2141-5BD4-0AAACB18D63A}"/>
              </a:ext>
            </a:extLst>
          </p:cNvPr>
          <p:cNvSpPr/>
          <p:nvPr userDrawn="1"/>
        </p:nvSpPr>
        <p:spPr>
          <a:xfrm>
            <a:off x="719330" y="4319482"/>
            <a:ext cx="3146499" cy="21244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Nutanix </a:t>
            </a: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クラスタ</a:t>
            </a:r>
            <a:endParaRPr kumimoji="1" lang="ja-JP" altLang="en-US" sz="1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CA412326-C4E3-86E4-9EE1-F652E4573F62}"/>
              </a:ext>
            </a:extLst>
          </p:cNvPr>
          <p:cNvSpPr/>
          <p:nvPr userDrawn="1"/>
        </p:nvSpPr>
        <p:spPr>
          <a:xfrm>
            <a:off x="719330" y="5777541"/>
            <a:ext cx="9145432" cy="6663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5509DB19-786D-47A6-B6C2-514A98F7F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79" y="220718"/>
            <a:ext cx="11582400" cy="50483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E18C09F-9492-9CD6-4083-386E6A15A8E4}"/>
              </a:ext>
            </a:extLst>
          </p:cNvPr>
          <p:cNvSpPr txBox="1"/>
          <p:nvPr userDrawn="1"/>
        </p:nvSpPr>
        <p:spPr>
          <a:xfrm>
            <a:off x="1108460" y="5216990"/>
            <a:ext cx="1247666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Prism</a:t>
            </a:r>
          </a:p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Element</a:t>
            </a:r>
            <a:endParaRPr kumimoji="1" lang="ja-JP" altLang="en-US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直方体 6">
            <a:extLst>
              <a:ext uri="{FF2B5EF4-FFF2-40B4-BE49-F238E27FC236}">
                <a16:creationId xmlns:a16="http://schemas.microsoft.com/office/drawing/2014/main" id="{39B16D0C-FEC2-7F88-1C0D-406C972CEF10}"/>
              </a:ext>
            </a:extLst>
          </p:cNvPr>
          <p:cNvSpPr/>
          <p:nvPr userDrawn="1"/>
        </p:nvSpPr>
        <p:spPr>
          <a:xfrm>
            <a:off x="983970" y="5851231"/>
            <a:ext cx="8564890" cy="461124"/>
          </a:xfrm>
          <a:prstGeom prst="cube">
            <a:avLst>
              <a:gd name="adj" fmla="val 19423"/>
            </a:avLst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AHV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9B2F8B2-AE19-5356-9179-E3AD507FFB5A}"/>
              </a:ext>
            </a:extLst>
          </p:cNvPr>
          <p:cNvSpPr txBox="1"/>
          <p:nvPr userDrawn="1"/>
        </p:nvSpPr>
        <p:spPr>
          <a:xfrm>
            <a:off x="1108460" y="4735572"/>
            <a:ext cx="1247666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Prism</a:t>
            </a:r>
          </a:p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Central</a:t>
            </a:r>
            <a:endParaRPr kumimoji="1" lang="ja-JP" altLang="en-US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AF08A8F-680D-C6BA-C3AA-283F66808EF2}"/>
              </a:ext>
            </a:extLst>
          </p:cNvPr>
          <p:cNvSpPr txBox="1"/>
          <p:nvPr userDrawn="1"/>
        </p:nvSpPr>
        <p:spPr>
          <a:xfrm>
            <a:off x="4239283" y="5032182"/>
            <a:ext cx="1171530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DA9367C-9567-DD6E-CDD7-81C8956A2D35}"/>
              </a:ext>
            </a:extLst>
          </p:cNvPr>
          <p:cNvSpPr txBox="1"/>
          <p:nvPr userDrawn="1"/>
        </p:nvSpPr>
        <p:spPr>
          <a:xfrm>
            <a:off x="5703897" y="5029110"/>
            <a:ext cx="1171530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AD815C5-65C4-BF09-E3DE-EF963A12CDBA}"/>
              </a:ext>
            </a:extLst>
          </p:cNvPr>
          <p:cNvSpPr txBox="1"/>
          <p:nvPr userDrawn="1"/>
        </p:nvSpPr>
        <p:spPr>
          <a:xfrm>
            <a:off x="1517303" y="996562"/>
            <a:ext cx="1234431" cy="20246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pPr algn="ctr"/>
            <a:r>
              <a:rPr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作業用マシン</a:t>
            </a:r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(Linux)</a:t>
            </a:r>
            <a:endParaRPr kumimoji="1" lang="ja-JP" altLang="en-US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A5E47706-B297-18AB-F9A0-6F7F4BB1E051}"/>
              </a:ext>
            </a:extLst>
          </p:cNvPr>
          <p:cNvSpPr/>
          <p:nvPr userDrawn="1"/>
        </p:nvSpPr>
        <p:spPr>
          <a:xfrm>
            <a:off x="1761168" y="1448256"/>
            <a:ext cx="766488" cy="271004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kubectl</a:t>
            </a:r>
            <a:endParaRPr kumimoji="1" lang="ja-JP" alt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ED393E3-A5A8-4A4E-BD85-9CD591803745}"/>
              </a:ext>
            </a:extLst>
          </p:cNvPr>
          <p:cNvSpPr txBox="1"/>
          <p:nvPr userDrawn="1"/>
        </p:nvSpPr>
        <p:spPr>
          <a:xfrm>
            <a:off x="3955652" y="3455406"/>
            <a:ext cx="2520452" cy="48965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kumimoji="1" lang="en-US" altLang="ja-JP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NKP </a:t>
            </a:r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クラスタ</a:t>
            </a:r>
            <a:endParaRPr kumimoji="1" lang="en-US" altLang="ja-JP" sz="1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管理</a:t>
            </a:r>
            <a:r>
              <a:rPr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&amp;</a:t>
            </a:r>
            <a:r>
              <a:rPr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ワークロード クラスタ</a:t>
            </a:r>
            <a:endParaRPr lang="en-US" altLang="ja-JP" sz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(Self Managed)</a:t>
            </a:r>
            <a:endParaRPr kumimoji="1" lang="ja-JP" altLang="en-US" sz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AAA0336-445D-9234-45F1-E2A6E37C00CD}"/>
              </a:ext>
            </a:extLst>
          </p:cNvPr>
          <p:cNvSpPr txBox="1"/>
          <p:nvPr userDrawn="1"/>
        </p:nvSpPr>
        <p:spPr>
          <a:xfrm>
            <a:off x="7140224" y="5029110"/>
            <a:ext cx="1754980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4BD4959-B4E2-8739-08ED-788DFC90C479}"/>
              </a:ext>
            </a:extLst>
          </p:cNvPr>
          <p:cNvSpPr txBox="1"/>
          <p:nvPr userDrawn="1"/>
        </p:nvSpPr>
        <p:spPr>
          <a:xfrm>
            <a:off x="4176239" y="5110267"/>
            <a:ext cx="1171530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41B6249-D872-A336-B77E-5D89F073284C}"/>
              </a:ext>
            </a:extLst>
          </p:cNvPr>
          <p:cNvSpPr txBox="1"/>
          <p:nvPr userDrawn="1"/>
        </p:nvSpPr>
        <p:spPr>
          <a:xfrm>
            <a:off x="5640853" y="5107195"/>
            <a:ext cx="1171530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3E516E4-4507-5D77-6164-35EA8C3563A9}"/>
              </a:ext>
            </a:extLst>
          </p:cNvPr>
          <p:cNvSpPr txBox="1"/>
          <p:nvPr userDrawn="1"/>
        </p:nvSpPr>
        <p:spPr>
          <a:xfrm>
            <a:off x="7077180" y="5107195"/>
            <a:ext cx="1754980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D42AB65-B21B-1E3A-DCF8-84AC25616A89}"/>
              </a:ext>
            </a:extLst>
          </p:cNvPr>
          <p:cNvSpPr txBox="1"/>
          <p:nvPr userDrawn="1"/>
        </p:nvSpPr>
        <p:spPr>
          <a:xfrm>
            <a:off x="4095869" y="5193122"/>
            <a:ext cx="1171530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NKP</a:t>
            </a:r>
          </a:p>
          <a:p>
            <a:pPr algn="ctr"/>
            <a:r>
              <a:rPr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Control Plane</a:t>
            </a:r>
            <a:endParaRPr kumimoji="1" lang="ja-JP" altLang="en-US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EF54A96-FD50-97EB-E90C-2C7C428CE2E3}"/>
              </a:ext>
            </a:extLst>
          </p:cNvPr>
          <p:cNvSpPr txBox="1"/>
          <p:nvPr userDrawn="1"/>
        </p:nvSpPr>
        <p:spPr>
          <a:xfrm>
            <a:off x="5560483" y="5190050"/>
            <a:ext cx="1171530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NKP</a:t>
            </a:r>
          </a:p>
          <a:p>
            <a:pPr algn="ctr"/>
            <a:r>
              <a:rPr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Worker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4EBE289-7538-7F6A-C949-61F0FE10DA05}"/>
              </a:ext>
            </a:extLst>
          </p:cNvPr>
          <p:cNvSpPr txBox="1"/>
          <p:nvPr userDrawn="1"/>
        </p:nvSpPr>
        <p:spPr>
          <a:xfrm>
            <a:off x="6996810" y="5190050"/>
            <a:ext cx="1754980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NKP</a:t>
            </a:r>
          </a:p>
          <a:p>
            <a:pPr algn="ctr"/>
            <a:r>
              <a:rPr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Worker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970559A-B226-2B98-74DB-32FA7851FE0B}"/>
              </a:ext>
            </a:extLst>
          </p:cNvPr>
          <p:cNvSpPr txBox="1"/>
          <p:nvPr userDrawn="1"/>
        </p:nvSpPr>
        <p:spPr>
          <a:xfrm>
            <a:off x="2505512" y="5212374"/>
            <a:ext cx="1247666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Nutanix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Files</a:t>
            </a:r>
          </a:p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NFS Server</a:t>
            </a:r>
            <a:endParaRPr kumimoji="1" lang="ja-JP" altLang="en-US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A7BB246-C033-FC33-6323-C10A705EC12D}"/>
              </a:ext>
            </a:extLst>
          </p:cNvPr>
          <p:cNvSpPr txBox="1"/>
          <p:nvPr userDrawn="1"/>
        </p:nvSpPr>
        <p:spPr>
          <a:xfrm>
            <a:off x="8008316" y="5930806"/>
            <a:ext cx="665784" cy="322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GPU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02316240-5253-7EF6-C197-E21F4C59CEAD}"/>
              </a:ext>
            </a:extLst>
          </p:cNvPr>
          <p:cNvSpPr/>
          <p:nvPr userDrawn="1"/>
        </p:nvSpPr>
        <p:spPr>
          <a:xfrm>
            <a:off x="1784437" y="2317800"/>
            <a:ext cx="766488" cy="271004"/>
          </a:xfrm>
          <a:prstGeom prst="round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nkp CLI</a:t>
            </a:r>
            <a:endParaRPr kumimoji="1" lang="ja-JP" alt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8311B8CA-911A-EE7F-6CC1-E7DDF6ACD2EA}"/>
              </a:ext>
            </a:extLst>
          </p:cNvPr>
          <p:cNvSpPr/>
          <p:nvPr userDrawn="1"/>
        </p:nvSpPr>
        <p:spPr>
          <a:xfrm>
            <a:off x="1761168" y="1817506"/>
            <a:ext cx="766488" cy="272086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helm</a:t>
            </a:r>
            <a:endParaRPr kumimoji="1" lang="ja-JP" alt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4950218-D361-2678-C6B7-125D536F9B2D}"/>
              </a:ext>
            </a:extLst>
          </p:cNvPr>
          <p:cNvSpPr txBox="1"/>
          <p:nvPr userDrawn="1"/>
        </p:nvSpPr>
        <p:spPr>
          <a:xfrm>
            <a:off x="6656982" y="4021377"/>
            <a:ext cx="1336651" cy="298104"/>
          </a:xfrm>
          <a:prstGeom prst="rect">
            <a:avLst/>
          </a:prstGeom>
          <a:solidFill>
            <a:schemeClr val="bg2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Envoy Gateway</a:t>
            </a:r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B0E94B7-7013-97B0-F7D3-B8581E179678}"/>
              </a:ext>
            </a:extLst>
          </p:cNvPr>
          <p:cNvSpPr txBox="1"/>
          <p:nvPr userDrawn="1"/>
        </p:nvSpPr>
        <p:spPr>
          <a:xfrm>
            <a:off x="6658765" y="3653226"/>
            <a:ext cx="1336651" cy="298104"/>
          </a:xfrm>
          <a:prstGeom prst="rect">
            <a:avLst/>
          </a:prstGeom>
          <a:solidFill>
            <a:schemeClr val="bg2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KServe</a:t>
            </a:r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0239003-60DC-236D-1355-61C13D4C31E2}"/>
              </a:ext>
            </a:extLst>
          </p:cNvPr>
          <p:cNvSpPr txBox="1"/>
          <p:nvPr userDrawn="1"/>
        </p:nvSpPr>
        <p:spPr>
          <a:xfrm>
            <a:off x="8154840" y="3652480"/>
            <a:ext cx="981841" cy="669992"/>
          </a:xfrm>
          <a:prstGeom prst="rect">
            <a:avLst/>
          </a:prstGeom>
          <a:solidFill>
            <a:srgbClr val="CCCCFF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NAI</a:t>
            </a:r>
          </a:p>
          <a:p>
            <a:pPr algn="ctr"/>
            <a:r>
              <a:rPr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(nai-core)</a:t>
            </a: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A8A1CD10-3F35-DB63-4A6E-6AE33511AD44}"/>
              </a:ext>
            </a:extLst>
          </p:cNvPr>
          <p:cNvCxnSpPr>
            <a:cxnSpLocks/>
          </p:cNvCxnSpPr>
          <p:nvPr userDrawn="1"/>
        </p:nvCxnSpPr>
        <p:spPr>
          <a:xfrm>
            <a:off x="8353908" y="5586826"/>
            <a:ext cx="0" cy="327132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6BF30797-32F3-E694-2C4E-CE67FAC74112}"/>
              </a:ext>
            </a:extLst>
          </p:cNvPr>
          <p:cNvCxnSpPr>
            <a:cxnSpLocks/>
          </p:cNvCxnSpPr>
          <p:nvPr userDrawn="1"/>
        </p:nvCxnSpPr>
        <p:spPr>
          <a:xfrm>
            <a:off x="4148368" y="1582333"/>
            <a:ext cx="0" cy="1846667"/>
          </a:xfrm>
          <a:prstGeom prst="straightConnector1">
            <a:avLst/>
          </a:prstGeom>
          <a:ln w="28575">
            <a:solidFill>
              <a:srgbClr val="7030A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210434A2-F168-00D0-D4F6-5E464E34D09E}"/>
              </a:ext>
            </a:extLst>
          </p:cNvPr>
          <p:cNvCxnSpPr>
            <a:cxnSpLocks/>
            <a:stCxn id="14" idx="3"/>
          </p:cNvCxnSpPr>
          <p:nvPr userDrawn="1"/>
        </p:nvCxnSpPr>
        <p:spPr>
          <a:xfrm>
            <a:off x="2527656" y="1583758"/>
            <a:ext cx="1620712" cy="0"/>
          </a:xfrm>
          <a:prstGeom prst="straightConnector1">
            <a:avLst/>
          </a:prstGeom>
          <a:ln w="28575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5B1FF810-2D7D-779B-BBF5-E4C7D6E1A9D5}"/>
              </a:ext>
            </a:extLst>
          </p:cNvPr>
          <p:cNvSpPr txBox="1"/>
          <p:nvPr userDrawn="1"/>
        </p:nvSpPr>
        <p:spPr>
          <a:xfrm>
            <a:off x="73153" y="6582033"/>
            <a:ext cx="2231135" cy="2154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l"/>
            <a:r>
              <a:rPr kumimoji="1"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NAI-Setup-2026-0330-01</a:t>
            </a:r>
            <a:endParaRPr kumimoji="1" lang="ja-JP" altLang="en-US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12136014-628D-C4D4-1518-B3059498E728}"/>
              </a:ext>
            </a:extLst>
          </p:cNvPr>
          <p:cNvSpPr txBox="1"/>
          <p:nvPr userDrawn="1"/>
        </p:nvSpPr>
        <p:spPr>
          <a:xfrm>
            <a:off x="6924869" y="4806412"/>
            <a:ext cx="1707413" cy="23938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kumimoji="1"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GPU</a:t>
            </a:r>
            <a:r>
              <a:rPr kumimoji="1"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ノード プール</a:t>
            </a: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21027ADC-F2F6-0D2A-FA10-26CCC5D97BB1}"/>
              </a:ext>
            </a:extLst>
          </p:cNvPr>
          <p:cNvCxnSpPr>
            <a:cxnSpLocks/>
          </p:cNvCxnSpPr>
          <p:nvPr userDrawn="1"/>
        </p:nvCxnSpPr>
        <p:spPr>
          <a:xfrm>
            <a:off x="2527656" y="1954898"/>
            <a:ext cx="1620712" cy="0"/>
          </a:xfrm>
          <a:prstGeom prst="straightConnector1">
            <a:avLst/>
          </a:prstGeom>
          <a:ln w="28575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9488556D-A82F-F157-CFD9-E2FCCCC71942}"/>
              </a:ext>
            </a:extLst>
          </p:cNvPr>
          <p:cNvCxnSpPr>
            <a:cxnSpLocks/>
          </p:cNvCxnSpPr>
          <p:nvPr userDrawn="1"/>
        </p:nvCxnSpPr>
        <p:spPr>
          <a:xfrm>
            <a:off x="2550925" y="2470957"/>
            <a:ext cx="1597443" cy="0"/>
          </a:xfrm>
          <a:prstGeom prst="straightConnector1">
            <a:avLst/>
          </a:prstGeom>
          <a:ln w="28575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60ACE077-2B99-F41D-4879-61E200739D50}"/>
              </a:ext>
            </a:extLst>
          </p:cNvPr>
          <p:cNvSpPr txBox="1"/>
          <p:nvPr userDrawn="1"/>
        </p:nvSpPr>
        <p:spPr>
          <a:xfrm>
            <a:off x="2701496" y="1213817"/>
            <a:ext cx="1364216" cy="350489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kumimoji="1" lang="en-US" altLang="ja-JP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NKP / </a:t>
            </a:r>
          </a:p>
          <a:p>
            <a:r>
              <a:rPr kumimoji="1" lang="en-US" altLang="ja-JP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Kubernetes</a:t>
            </a:r>
            <a:r>
              <a:rPr kumimoji="1" lang="ja-JP" altLang="en-US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管理</a:t>
            </a:r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CE289CA9-6105-D1EA-B487-5469C9C63553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>
            <a:off x="2167681" y="2588804"/>
            <a:ext cx="0" cy="2146768"/>
          </a:xfrm>
          <a:prstGeom prst="straightConnector1">
            <a:avLst/>
          </a:prstGeom>
          <a:ln w="28575">
            <a:solidFill>
              <a:srgbClr val="7030A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3BDB2ACE-62C8-3CBA-F65D-948870FDB1AB}"/>
              </a:ext>
            </a:extLst>
          </p:cNvPr>
          <p:cNvSpPr txBox="1"/>
          <p:nvPr userDrawn="1"/>
        </p:nvSpPr>
        <p:spPr>
          <a:xfrm>
            <a:off x="1705705" y="2669097"/>
            <a:ext cx="880920" cy="27519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Docker</a:t>
            </a:r>
            <a:endParaRPr kumimoji="1" lang="ja-JP" altLang="en-US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68242815-CD11-B1B9-F51A-C8C1FFB9CD92}"/>
              </a:ext>
            </a:extLst>
          </p:cNvPr>
          <p:cNvSpPr txBox="1"/>
          <p:nvPr userDrawn="1"/>
        </p:nvSpPr>
        <p:spPr>
          <a:xfrm>
            <a:off x="2710370" y="2468482"/>
            <a:ext cx="1294144" cy="39412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kumimoji="1" lang="en-US" altLang="ja-JP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NKP </a:t>
            </a:r>
            <a:r>
              <a:rPr kumimoji="1" lang="ja-JP" altLang="en-US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管理クラスタ</a:t>
            </a:r>
            <a:endParaRPr kumimoji="1" lang="en-US" altLang="ja-JP" sz="1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展開</a:t>
            </a:r>
          </a:p>
        </p:txBody>
      </p:sp>
      <p:sp>
        <p:nvSpPr>
          <p:cNvPr id="68" name="吹き出し: 四角形 67">
            <a:extLst>
              <a:ext uri="{FF2B5EF4-FFF2-40B4-BE49-F238E27FC236}">
                <a16:creationId xmlns:a16="http://schemas.microsoft.com/office/drawing/2014/main" id="{40CB5F0F-37AD-4D96-0443-579C9A94CD46}"/>
              </a:ext>
            </a:extLst>
          </p:cNvPr>
          <p:cNvSpPr/>
          <p:nvPr userDrawn="1"/>
        </p:nvSpPr>
        <p:spPr>
          <a:xfrm>
            <a:off x="7036829" y="1954899"/>
            <a:ext cx="4326252" cy="1342536"/>
          </a:xfrm>
          <a:prstGeom prst="wedgeRectCallout">
            <a:avLst>
              <a:gd name="adj1" fmla="val 504"/>
              <a:gd name="adj2" fmla="val 7699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2A1BFB6C-6608-7697-DEA7-4040622D9F99}"/>
              </a:ext>
            </a:extLst>
          </p:cNvPr>
          <p:cNvSpPr txBox="1"/>
          <p:nvPr userDrawn="1"/>
        </p:nvSpPr>
        <p:spPr>
          <a:xfrm>
            <a:off x="7479538" y="2141710"/>
            <a:ext cx="1252070" cy="7557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pPr algn="ctr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モデル</a:t>
            </a: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D34E0928-B88E-5E1F-B126-0806899BBCB3}"/>
              </a:ext>
            </a:extLst>
          </p:cNvPr>
          <p:cNvSpPr txBox="1"/>
          <p:nvPr userDrawn="1"/>
        </p:nvSpPr>
        <p:spPr>
          <a:xfrm>
            <a:off x="9098559" y="2141710"/>
            <a:ext cx="1833157" cy="10186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推論サービス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エンドポイント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1" name="フローチャート: 磁気ディスク 70">
            <a:extLst>
              <a:ext uri="{FF2B5EF4-FFF2-40B4-BE49-F238E27FC236}">
                <a16:creationId xmlns:a16="http://schemas.microsoft.com/office/drawing/2014/main" id="{17E52EE4-41D4-CA4C-0F3F-A60F21E5B1EE}"/>
              </a:ext>
            </a:extLst>
          </p:cNvPr>
          <p:cNvSpPr/>
          <p:nvPr userDrawn="1"/>
        </p:nvSpPr>
        <p:spPr>
          <a:xfrm>
            <a:off x="7633516" y="2414661"/>
            <a:ext cx="944115" cy="314625"/>
          </a:xfrm>
          <a:prstGeom prst="flowChartMagneticDisk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Model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5467EFA6-5B5A-FA99-0E57-BC3BF95354E6}"/>
              </a:ext>
            </a:extLst>
          </p:cNvPr>
          <p:cNvSpPr txBox="1"/>
          <p:nvPr userDrawn="1"/>
        </p:nvSpPr>
        <p:spPr>
          <a:xfrm>
            <a:off x="9248184" y="2587049"/>
            <a:ext cx="1533907" cy="4543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K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erve</a:t>
            </a:r>
          </a:p>
          <a:p>
            <a:pPr algn="ctr"/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Inference Service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AAFC23E7-767F-355C-B671-CF91184B600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37688" y="2519561"/>
            <a:ext cx="360871" cy="0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図 73">
            <a:extLst>
              <a:ext uri="{FF2B5EF4-FFF2-40B4-BE49-F238E27FC236}">
                <a16:creationId xmlns:a16="http://schemas.microsoft.com/office/drawing/2014/main" id="{A1F4A7AD-E9F5-7D86-1BD7-5CE745194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702" y="1415849"/>
            <a:ext cx="2333481" cy="155262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4F23CA52-F4B1-9164-ABBE-234452FE0D5D}"/>
              </a:ext>
            </a:extLst>
          </p:cNvPr>
          <p:cNvCxnSpPr>
            <a:cxnSpLocks/>
          </p:cNvCxnSpPr>
          <p:nvPr userDrawn="1"/>
        </p:nvCxnSpPr>
        <p:spPr>
          <a:xfrm>
            <a:off x="7778575" y="1117436"/>
            <a:ext cx="0" cy="1006290"/>
          </a:xfrm>
          <a:prstGeom prst="straightConnector1">
            <a:avLst/>
          </a:prstGeom>
          <a:ln w="28575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C0AB1191-986C-DF92-F51D-F5682CF0640A}"/>
              </a:ext>
            </a:extLst>
          </p:cNvPr>
          <p:cNvCxnSpPr>
            <a:cxnSpLocks/>
          </p:cNvCxnSpPr>
          <p:nvPr userDrawn="1"/>
        </p:nvCxnSpPr>
        <p:spPr>
          <a:xfrm>
            <a:off x="7993633" y="1310195"/>
            <a:ext cx="0" cy="818129"/>
          </a:xfrm>
          <a:prstGeom prst="straightConnector1">
            <a:avLst/>
          </a:prstGeom>
          <a:ln w="28575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7C754344-E212-C048-16CB-323EAB953E66}"/>
              </a:ext>
            </a:extLst>
          </p:cNvPr>
          <p:cNvSpPr/>
          <p:nvPr userDrawn="1"/>
        </p:nvSpPr>
        <p:spPr>
          <a:xfrm>
            <a:off x="7637621" y="880630"/>
            <a:ext cx="1555787" cy="27208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Hugging</a:t>
            </a:r>
            <a:r>
              <a:rPr kumimoji="1"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Face Hub</a:t>
            </a:r>
            <a:endParaRPr kumimoji="1" lang="ja-JP" alt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四角形: 角を丸くする 80">
            <a:extLst>
              <a:ext uri="{FF2B5EF4-FFF2-40B4-BE49-F238E27FC236}">
                <a16:creationId xmlns:a16="http://schemas.microsoft.com/office/drawing/2014/main" id="{F7F08F27-6741-95EF-819B-93550F13BE9D}"/>
              </a:ext>
            </a:extLst>
          </p:cNvPr>
          <p:cNvSpPr/>
          <p:nvPr userDrawn="1"/>
        </p:nvSpPr>
        <p:spPr>
          <a:xfrm>
            <a:off x="7853018" y="1225058"/>
            <a:ext cx="1694472" cy="27208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NVIDIA NGC</a:t>
            </a:r>
            <a:r>
              <a:rPr kumimoji="1"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Catalog</a:t>
            </a:r>
            <a:endParaRPr kumimoji="1" lang="ja-JP" alt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C5D30C75-91EE-144E-9194-170A5C07EBFF}"/>
              </a:ext>
            </a:extLst>
          </p:cNvPr>
          <p:cNvSpPr txBox="1"/>
          <p:nvPr userDrawn="1"/>
        </p:nvSpPr>
        <p:spPr>
          <a:xfrm>
            <a:off x="7970192" y="1501205"/>
            <a:ext cx="996142" cy="2519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kumimoji="1" lang="ja-JP" altLang="en-US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インポート</a:t>
            </a:r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3F0B0318-4060-E3A2-49FF-2FED2328BFA6}"/>
              </a:ext>
            </a:extLst>
          </p:cNvPr>
          <p:cNvCxnSpPr>
            <a:cxnSpLocks/>
          </p:cNvCxnSpPr>
          <p:nvPr userDrawn="1"/>
        </p:nvCxnSpPr>
        <p:spPr>
          <a:xfrm flipV="1">
            <a:off x="10705805" y="3160381"/>
            <a:ext cx="0" cy="790949"/>
          </a:xfrm>
          <a:prstGeom prst="straightConnector1">
            <a:avLst/>
          </a:prstGeom>
          <a:ln w="28575">
            <a:solidFill>
              <a:schemeClr val="accent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451CC98-2F47-23C0-4BEE-0572C981C7ED}"/>
              </a:ext>
            </a:extLst>
          </p:cNvPr>
          <p:cNvSpPr txBox="1"/>
          <p:nvPr userDrawn="1"/>
        </p:nvSpPr>
        <p:spPr>
          <a:xfrm>
            <a:off x="9921277" y="3901525"/>
            <a:ext cx="1564592" cy="6125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prstDash val="sysDot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アプリ</a:t>
            </a:r>
            <a:b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(AI 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チャットなど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6D3EC29-CBCD-9095-1023-621D8E279B28}"/>
              </a:ext>
            </a:extLst>
          </p:cNvPr>
          <p:cNvSpPr txBox="1"/>
          <p:nvPr userDrawn="1"/>
        </p:nvSpPr>
        <p:spPr>
          <a:xfrm>
            <a:off x="2144412" y="3515329"/>
            <a:ext cx="1462946" cy="39412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kumimoji="1" lang="en-US" altLang="ja-JP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Image Builder</a:t>
            </a:r>
            <a:r>
              <a:rPr kumimoji="1" lang="ja-JP" altLang="en-US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での</a:t>
            </a:r>
            <a:endParaRPr kumimoji="1" lang="en-US" altLang="ja-JP" sz="1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イメージ作成など</a:t>
            </a:r>
          </a:p>
        </p:txBody>
      </p:sp>
    </p:spTree>
    <p:extLst>
      <p:ext uri="{BB962C8B-B14F-4D97-AF65-F5344CB8AC3E}">
        <p14:creationId xmlns:p14="http://schemas.microsoft.com/office/powerpoint/2010/main" val="4216517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I-2.6-Set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297D339-1209-088A-CCEE-2C59A7EF3910}"/>
              </a:ext>
            </a:extLst>
          </p:cNvPr>
          <p:cNvSpPr/>
          <p:nvPr userDrawn="1"/>
        </p:nvSpPr>
        <p:spPr>
          <a:xfrm>
            <a:off x="2765635" y="3732280"/>
            <a:ext cx="7316006" cy="19726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7030A0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1" lang="en-US" altLang="ja-JP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NKP </a:t>
            </a:r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クラスタ</a:t>
            </a:r>
            <a:endParaRPr kumimoji="1" lang="en-US" altLang="ja-JP" sz="1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管理</a:t>
            </a:r>
            <a:r>
              <a:rPr lang="ja-JP" altLang="en-US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&amp;</a:t>
            </a:r>
            <a:r>
              <a:rPr lang="ja-JP" altLang="en-US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ワークロード クラスタ </a:t>
            </a:r>
            <a:r>
              <a:rPr kumimoji="1" lang="en-US" altLang="ja-JP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(Self Managed)</a:t>
            </a:r>
            <a:endParaRPr kumimoji="1" lang="ja-JP" altLang="en-US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CCFDB09-6135-2141-5BD4-0AAACB18D63A}"/>
              </a:ext>
            </a:extLst>
          </p:cNvPr>
          <p:cNvSpPr/>
          <p:nvPr userDrawn="1"/>
        </p:nvSpPr>
        <p:spPr>
          <a:xfrm>
            <a:off x="553731" y="4338532"/>
            <a:ext cx="2067383" cy="21244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Nutanix </a:t>
            </a: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クラスタ</a:t>
            </a:r>
            <a:endParaRPr kumimoji="1" lang="ja-JP" altLang="en-US" sz="1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CA412326-C4E3-86E4-9EE1-F652E4573F62}"/>
              </a:ext>
            </a:extLst>
          </p:cNvPr>
          <p:cNvSpPr/>
          <p:nvPr userDrawn="1"/>
        </p:nvSpPr>
        <p:spPr>
          <a:xfrm>
            <a:off x="566929" y="5796591"/>
            <a:ext cx="11246529" cy="6663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5509DB19-786D-47A6-B6C2-514A98F7F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79" y="220718"/>
            <a:ext cx="11582400" cy="50483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E18C09F-9492-9CD6-4083-386E6A15A8E4}"/>
              </a:ext>
            </a:extLst>
          </p:cNvPr>
          <p:cNvSpPr txBox="1"/>
          <p:nvPr userDrawn="1"/>
        </p:nvSpPr>
        <p:spPr>
          <a:xfrm>
            <a:off x="956060" y="5236040"/>
            <a:ext cx="1247666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Prism</a:t>
            </a:r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Element</a:t>
            </a:r>
            <a:endParaRPr kumimoji="1" lang="ja-JP" alt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直方体 6">
            <a:extLst>
              <a:ext uri="{FF2B5EF4-FFF2-40B4-BE49-F238E27FC236}">
                <a16:creationId xmlns:a16="http://schemas.microsoft.com/office/drawing/2014/main" id="{39B16D0C-FEC2-7F88-1C0D-406C972CEF10}"/>
              </a:ext>
            </a:extLst>
          </p:cNvPr>
          <p:cNvSpPr/>
          <p:nvPr userDrawn="1"/>
        </p:nvSpPr>
        <p:spPr>
          <a:xfrm>
            <a:off x="831568" y="5920711"/>
            <a:ext cx="10839583" cy="410693"/>
          </a:xfrm>
          <a:prstGeom prst="cube">
            <a:avLst>
              <a:gd name="adj" fmla="val 17583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AHV</a:t>
            </a:r>
            <a:endParaRPr kumimoji="1" lang="ja-JP" altLang="en-US" sz="1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9B2F8B2-AE19-5356-9179-E3AD507FFB5A}"/>
              </a:ext>
            </a:extLst>
          </p:cNvPr>
          <p:cNvSpPr txBox="1"/>
          <p:nvPr userDrawn="1"/>
        </p:nvSpPr>
        <p:spPr>
          <a:xfrm>
            <a:off x="956060" y="4754622"/>
            <a:ext cx="1247666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Prism</a:t>
            </a:r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Central</a:t>
            </a:r>
            <a:endParaRPr kumimoji="1" lang="ja-JP" alt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AF08A8F-680D-C6BA-C3AA-283F66808EF2}"/>
              </a:ext>
            </a:extLst>
          </p:cNvPr>
          <p:cNvSpPr txBox="1"/>
          <p:nvPr userDrawn="1"/>
        </p:nvSpPr>
        <p:spPr>
          <a:xfrm>
            <a:off x="3075973" y="5028561"/>
            <a:ext cx="1171530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AD815C5-65C4-BF09-E3DE-EF963A12CDBA}"/>
              </a:ext>
            </a:extLst>
          </p:cNvPr>
          <p:cNvSpPr txBox="1"/>
          <p:nvPr userDrawn="1"/>
        </p:nvSpPr>
        <p:spPr>
          <a:xfrm>
            <a:off x="1593497" y="1540562"/>
            <a:ext cx="1034860" cy="18699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pPr algn="ctr"/>
            <a:r>
              <a:rPr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作業用マシン</a:t>
            </a:r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(Linux)</a:t>
            </a:r>
            <a:endParaRPr kumimoji="1" lang="ja-JP" altLang="en-US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4BD4959-B4E2-8739-08ED-788DFC90C479}"/>
              </a:ext>
            </a:extLst>
          </p:cNvPr>
          <p:cNvSpPr txBox="1"/>
          <p:nvPr userDrawn="1"/>
        </p:nvSpPr>
        <p:spPr>
          <a:xfrm>
            <a:off x="3012929" y="5106646"/>
            <a:ext cx="1171530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D42AB65-B21B-1E3A-DCF8-84AC25616A89}"/>
              </a:ext>
            </a:extLst>
          </p:cNvPr>
          <p:cNvSpPr txBox="1"/>
          <p:nvPr userDrawn="1"/>
        </p:nvSpPr>
        <p:spPr>
          <a:xfrm>
            <a:off x="2932559" y="5189501"/>
            <a:ext cx="1171530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Control Plane</a:t>
            </a:r>
          </a:p>
          <a:p>
            <a:pPr algn="ctr"/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VM</a:t>
            </a:r>
            <a:endParaRPr kumimoji="1" lang="ja-JP" alt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A7BB246-C033-FC33-6323-C10A705EC12D}"/>
              </a:ext>
            </a:extLst>
          </p:cNvPr>
          <p:cNvSpPr txBox="1"/>
          <p:nvPr userDrawn="1"/>
        </p:nvSpPr>
        <p:spPr>
          <a:xfrm>
            <a:off x="8280836" y="5851615"/>
            <a:ext cx="665784" cy="322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r>
              <a:rPr kumimoji="1" lang="en-US" altLang="ja-JP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GPU</a:t>
            </a:r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4950218-D361-2678-C6B7-125D536F9B2D}"/>
              </a:ext>
            </a:extLst>
          </p:cNvPr>
          <p:cNvSpPr txBox="1"/>
          <p:nvPr userDrawn="1"/>
        </p:nvSpPr>
        <p:spPr>
          <a:xfrm>
            <a:off x="3110209" y="4193228"/>
            <a:ext cx="1197076" cy="231959"/>
          </a:xfrm>
          <a:prstGeom prst="rect">
            <a:avLst/>
          </a:prstGeom>
          <a:solidFill>
            <a:schemeClr val="bg2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Envoy Gateway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B0E94B7-7013-97B0-F7D3-B8581E179678}"/>
              </a:ext>
            </a:extLst>
          </p:cNvPr>
          <p:cNvSpPr txBox="1"/>
          <p:nvPr userDrawn="1"/>
        </p:nvSpPr>
        <p:spPr>
          <a:xfrm>
            <a:off x="4359226" y="4193228"/>
            <a:ext cx="1197076" cy="231959"/>
          </a:xfrm>
          <a:prstGeom prst="rect">
            <a:avLst/>
          </a:prstGeom>
          <a:solidFill>
            <a:schemeClr val="bg2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KServe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0239003-60DC-236D-1355-61C13D4C31E2}"/>
              </a:ext>
            </a:extLst>
          </p:cNvPr>
          <p:cNvSpPr txBox="1"/>
          <p:nvPr userDrawn="1"/>
        </p:nvSpPr>
        <p:spPr>
          <a:xfrm>
            <a:off x="5608243" y="4188768"/>
            <a:ext cx="1046596" cy="234826"/>
          </a:xfrm>
          <a:prstGeom prst="rect">
            <a:avLst/>
          </a:prstGeom>
          <a:solidFill>
            <a:srgbClr val="CCCCFF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NAI Core</a:t>
            </a: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6BF30797-32F3-E694-2C4E-CE67FAC74112}"/>
              </a:ext>
            </a:extLst>
          </p:cNvPr>
          <p:cNvCxnSpPr>
            <a:cxnSpLocks/>
          </p:cNvCxnSpPr>
          <p:nvPr userDrawn="1"/>
        </p:nvCxnSpPr>
        <p:spPr>
          <a:xfrm>
            <a:off x="3839002" y="2081050"/>
            <a:ext cx="0" cy="1652496"/>
          </a:xfrm>
          <a:prstGeom prst="straightConnector1">
            <a:avLst/>
          </a:prstGeom>
          <a:ln w="28575">
            <a:solidFill>
              <a:srgbClr val="7030A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210434A2-F168-00D0-D4F6-5E464E34D09E}"/>
              </a:ext>
            </a:extLst>
          </p:cNvPr>
          <p:cNvCxnSpPr>
            <a:cxnSpLocks/>
          </p:cNvCxnSpPr>
          <p:nvPr userDrawn="1"/>
        </p:nvCxnSpPr>
        <p:spPr>
          <a:xfrm>
            <a:off x="2265004" y="2094013"/>
            <a:ext cx="1578461" cy="0"/>
          </a:xfrm>
          <a:prstGeom prst="straightConnector1">
            <a:avLst/>
          </a:prstGeom>
          <a:ln w="28575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5B1FF810-2D7D-779B-BBF5-E4C7D6E1A9D5}"/>
              </a:ext>
            </a:extLst>
          </p:cNvPr>
          <p:cNvSpPr txBox="1"/>
          <p:nvPr userDrawn="1"/>
        </p:nvSpPr>
        <p:spPr>
          <a:xfrm>
            <a:off x="73153" y="6582033"/>
            <a:ext cx="2231135" cy="2154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l"/>
            <a:r>
              <a:rPr kumimoji="1"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NAI-26_2026-0428-01</a:t>
            </a:r>
            <a:endParaRPr kumimoji="1" lang="ja-JP" altLang="en-US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21027ADC-F2F6-0D2A-FA10-26CCC5D97BB1}"/>
              </a:ext>
            </a:extLst>
          </p:cNvPr>
          <p:cNvCxnSpPr>
            <a:cxnSpLocks/>
          </p:cNvCxnSpPr>
          <p:nvPr userDrawn="1"/>
        </p:nvCxnSpPr>
        <p:spPr>
          <a:xfrm>
            <a:off x="2222753" y="2478825"/>
            <a:ext cx="1620712" cy="0"/>
          </a:xfrm>
          <a:prstGeom prst="straightConnector1">
            <a:avLst/>
          </a:prstGeom>
          <a:ln w="28575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9488556D-A82F-F157-CFD9-E2FCCCC71942}"/>
              </a:ext>
            </a:extLst>
          </p:cNvPr>
          <p:cNvCxnSpPr>
            <a:cxnSpLocks/>
          </p:cNvCxnSpPr>
          <p:nvPr userDrawn="1"/>
        </p:nvCxnSpPr>
        <p:spPr>
          <a:xfrm>
            <a:off x="2246022" y="2850268"/>
            <a:ext cx="1597443" cy="0"/>
          </a:xfrm>
          <a:prstGeom prst="straightConnector1">
            <a:avLst/>
          </a:prstGeom>
          <a:ln w="28575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60ACE077-2B99-F41D-4879-61E200739D50}"/>
              </a:ext>
            </a:extLst>
          </p:cNvPr>
          <p:cNvSpPr txBox="1"/>
          <p:nvPr userDrawn="1"/>
        </p:nvSpPr>
        <p:spPr>
          <a:xfrm>
            <a:off x="2660296" y="2080481"/>
            <a:ext cx="1224391" cy="350489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kumimoji="1" lang="en-US" altLang="ja-JP" sz="9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NKP / </a:t>
            </a:r>
          </a:p>
          <a:p>
            <a:r>
              <a:rPr kumimoji="1" lang="en-US" altLang="ja-JP" sz="9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Kubernetes</a:t>
            </a:r>
            <a:r>
              <a:rPr kumimoji="1" lang="ja-JP" altLang="en-US" sz="9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管理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68242815-CD11-B1B9-F51A-C8C1FFB9CD92}"/>
              </a:ext>
            </a:extLst>
          </p:cNvPr>
          <p:cNvSpPr txBox="1"/>
          <p:nvPr userDrawn="1"/>
        </p:nvSpPr>
        <p:spPr>
          <a:xfrm>
            <a:off x="2649164" y="2842894"/>
            <a:ext cx="1224392" cy="39412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kumimoji="1" lang="en-US" altLang="ja-JP" sz="9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NKP </a:t>
            </a:r>
            <a:r>
              <a:rPr kumimoji="1" lang="ja-JP" altLang="en-US" sz="9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管理クラスタ</a:t>
            </a:r>
            <a:endParaRPr kumimoji="1" lang="en-US" altLang="ja-JP" sz="9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展開</a:t>
            </a:r>
          </a:p>
        </p:txBody>
      </p:sp>
      <p:sp>
        <p:nvSpPr>
          <p:cNvPr id="68" name="吹き出し: 四角形 67">
            <a:extLst>
              <a:ext uri="{FF2B5EF4-FFF2-40B4-BE49-F238E27FC236}">
                <a16:creationId xmlns:a16="http://schemas.microsoft.com/office/drawing/2014/main" id="{40CB5F0F-37AD-4D96-0443-579C9A94CD46}"/>
              </a:ext>
            </a:extLst>
          </p:cNvPr>
          <p:cNvSpPr/>
          <p:nvPr userDrawn="1"/>
        </p:nvSpPr>
        <p:spPr>
          <a:xfrm>
            <a:off x="4307285" y="1514396"/>
            <a:ext cx="7363867" cy="2028970"/>
          </a:xfrm>
          <a:prstGeom prst="wedgeRectCallout">
            <a:avLst>
              <a:gd name="adj1" fmla="val 7500"/>
              <a:gd name="adj2" fmla="val 44016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l"/>
            <a:r>
              <a:rPr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NAI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2A1BFB6C-6608-7697-DEA7-4040622D9F99}"/>
              </a:ext>
            </a:extLst>
          </p:cNvPr>
          <p:cNvSpPr txBox="1"/>
          <p:nvPr userDrawn="1"/>
        </p:nvSpPr>
        <p:spPr>
          <a:xfrm>
            <a:off x="7412183" y="2811199"/>
            <a:ext cx="3995256" cy="5904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pPr algn="l"/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モデル</a:t>
            </a:r>
          </a:p>
        </p:txBody>
      </p:sp>
      <p:sp>
        <p:nvSpPr>
          <p:cNvPr id="71" name="フローチャート: 磁気ディスク 70">
            <a:extLst>
              <a:ext uri="{FF2B5EF4-FFF2-40B4-BE49-F238E27FC236}">
                <a16:creationId xmlns:a16="http://schemas.microsoft.com/office/drawing/2014/main" id="{17E52EE4-41D4-CA4C-0F3F-A60F21E5B1EE}"/>
              </a:ext>
            </a:extLst>
          </p:cNvPr>
          <p:cNvSpPr/>
          <p:nvPr userDrawn="1"/>
        </p:nvSpPr>
        <p:spPr>
          <a:xfrm>
            <a:off x="8711859" y="2949060"/>
            <a:ext cx="784676" cy="357736"/>
          </a:xfrm>
          <a:prstGeom prst="flowChartMagneticDisk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モデル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LLM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C0AB1191-986C-DF92-F51D-F5682CF0640A}"/>
              </a:ext>
            </a:extLst>
          </p:cNvPr>
          <p:cNvCxnSpPr>
            <a:cxnSpLocks/>
          </p:cNvCxnSpPr>
          <p:nvPr userDrawn="1"/>
        </p:nvCxnSpPr>
        <p:spPr>
          <a:xfrm>
            <a:off x="7596005" y="1383540"/>
            <a:ext cx="0" cy="1427659"/>
          </a:xfrm>
          <a:prstGeom prst="straightConnector1">
            <a:avLst/>
          </a:prstGeom>
          <a:ln w="28575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四角形: 角を丸くする 80">
            <a:extLst>
              <a:ext uri="{FF2B5EF4-FFF2-40B4-BE49-F238E27FC236}">
                <a16:creationId xmlns:a16="http://schemas.microsoft.com/office/drawing/2014/main" id="{F7F08F27-6741-95EF-819B-93550F13BE9D}"/>
              </a:ext>
            </a:extLst>
          </p:cNvPr>
          <p:cNvSpPr/>
          <p:nvPr userDrawn="1"/>
        </p:nvSpPr>
        <p:spPr>
          <a:xfrm>
            <a:off x="5100910" y="1132053"/>
            <a:ext cx="3120875" cy="272086"/>
          </a:xfrm>
          <a:prstGeom prst="roundRect">
            <a:avLst>
              <a:gd name="adj" fmla="val 138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Hugging</a:t>
            </a:r>
            <a:r>
              <a:rPr kumimoji="1"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Face Hub /</a:t>
            </a:r>
            <a:r>
              <a:rPr kumimoji="1"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NVIDIA NGC</a:t>
            </a:r>
            <a:r>
              <a:rPr kumimoji="1"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Catalog</a:t>
            </a:r>
            <a:endParaRPr kumimoji="1" lang="ja-JP" alt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C5D30C75-91EE-144E-9194-170A5C07EBFF}"/>
              </a:ext>
            </a:extLst>
          </p:cNvPr>
          <p:cNvSpPr txBox="1"/>
          <p:nvPr userDrawn="1"/>
        </p:nvSpPr>
        <p:spPr>
          <a:xfrm>
            <a:off x="7554783" y="1825929"/>
            <a:ext cx="996142" cy="2519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kumimoji="1" lang="ja-JP" altLang="en-US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インポート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451CC98-2F47-23C0-4BEE-0572C981C7ED}"/>
              </a:ext>
            </a:extLst>
          </p:cNvPr>
          <p:cNvSpPr txBox="1"/>
          <p:nvPr userDrawn="1"/>
        </p:nvSpPr>
        <p:spPr>
          <a:xfrm>
            <a:off x="8601297" y="923308"/>
            <a:ext cx="1293051" cy="4602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アプリ</a:t>
            </a:r>
            <a:b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(AI </a:t>
            </a:r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チャットなど</a:t>
            </a:r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455FC9D3-8EA0-02D4-A2E0-8E31E8B56B82}"/>
              </a:ext>
            </a:extLst>
          </p:cNvPr>
          <p:cNvSpPr txBox="1"/>
          <p:nvPr userDrawn="1"/>
        </p:nvSpPr>
        <p:spPr>
          <a:xfrm>
            <a:off x="546927" y="3054889"/>
            <a:ext cx="753208" cy="3026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NTP</a:t>
            </a:r>
            <a:endParaRPr kumimoji="1" lang="ja-JP" alt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026E38A6-3FE5-E95B-52B2-998615B6079D}"/>
              </a:ext>
            </a:extLst>
          </p:cNvPr>
          <p:cNvSpPr txBox="1"/>
          <p:nvPr userDrawn="1"/>
        </p:nvSpPr>
        <p:spPr>
          <a:xfrm>
            <a:off x="554106" y="2657020"/>
            <a:ext cx="753208" cy="3026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DNS</a:t>
            </a:r>
            <a:endParaRPr kumimoji="1" lang="ja-JP" alt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8820E9B6-C68D-BF4B-8FAF-CB6511CA9464}"/>
              </a:ext>
            </a:extLst>
          </p:cNvPr>
          <p:cNvSpPr/>
          <p:nvPr userDrawn="1"/>
        </p:nvSpPr>
        <p:spPr>
          <a:xfrm>
            <a:off x="4346795" y="4776384"/>
            <a:ext cx="3236713" cy="8732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7030A0"/>
            </a:solidFill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ノード プール</a:t>
            </a:r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: md-1</a:t>
            </a:r>
            <a:endParaRPr kumimoji="1" lang="ja-JP" alt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3DA9367C-9567-DD6E-CDD7-81C8956A2D35}"/>
              </a:ext>
            </a:extLst>
          </p:cNvPr>
          <p:cNvSpPr txBox="1"/>
          <p:nvPr userDrawn="1"/>
        </p:nvSpPr>
        <p:spPr>
          <a:xfrm>
            <a:off x="4555700" y="5025489"/>
            <a:ext cx="2946591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E41B6249-D872-A336-B77E-5D89F073284C}"/>
              </a:ext>
            </a:extLst>
          </p:cNvPr>
          <p:cNvSpPr txBox="1"/>
          <p:nvPr userDrawn="1"/>
        </p:nvSpPr>
        <p:spPr>
          <a:xfrm>
            <a:off x="4492656" y="5103574"/>
            <a:ext cx="2946591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5EF54A96-FD50-97EB-E90C-2C7C428CE2E3}"/>
              </a:ext>
            </a:extLst>
          </p:cNvPr>
          <p:cNvSpPr txBox="1"/>
          <p:nvPr userDrawn="1"/>
        </p:nvSpPr>
        <p:spPr>
          <a:xfrm>
            <a:off x="4412286" y="5186429"/>
            <a:ext cx="2946591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Worker</a:t>
            </a:r>
          </a:p>
          <a:p>
            <a:pPr algn="ctr"/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VM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81A51AC8-B270-0916-27FE-082E59B018C1}"/>
              </a:ext>
            </a:extLst>
          </p:cNvPr>
          <p:cNvSpPr txBox="1"/>
          <p:nvPr userDrawn="1"/>
        </p:nvSpPr>
        <p:spPr>
          <a:xfrm>
            <a:off x="3115992" y="4465107"/>
            <a:ext cx="1197076" cy="231959"/>
          </a:xfrm>
          <a:prstGeom prst="rect">
            <a:avLst/>
          </a:prstGeom>
          <a:solidFill>
            <a:schemeClr val="bg2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GPU Operator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35343F7C-0C48-BB11-2B1C-262FBA8E397E}"/>
              </a:ext>
            </a:extLst>
          </p:cNvPr>
          <p:cNvSpPr txBox="1"/>
          <p:nvPr userDrawn="1"/>
        </p:nvSpPr>
        <p:spPr>
          <a:xfrm>
            <a:off x="4359226" y="4465107"/>
            <a:ext cx="1197076" cy="231959"/>
          </a:xfrm>
          <a:prstGeom prst="rect">
            <a:avLst/>
          </a:prstGeom>
          <a:solidFill>
            <a:schemeClr val="bg2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OpenTelemetry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5D5143F2-F59C-982B-AA2B-F772A2DDD325}"/>
              </a:ext>
            </a:extLst>
          </p:cNvPr>
          <p:cNvSpPr/>
          <p:nvPr userDrawn="1"/>
        </p:nvSpPr>
        <p:spPr>
          <a:xfrm>
            <a:off x="7656125" y="4769139"/>
            <a:ext cx="2313608" cy="8732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7030A0"/>
            </a:solidFill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GPU</a:t>
            </a:r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ノード プール</a:t>
            </a:r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: gpupool-1</a:t>
            </a:r>
            <a:endParaRPr kumimoji="1" lang="ja-JP" alt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1AAA0336-445D-9234-45F1-E2A6E37C00CD}"/>
              </a:ext>
            </a:extLst>
          </p:cNvPr>
          <p:cNvSpPr txBox="1"/>
          <p:nvPr userDrawn="1"/>
        </p:nvSpPr>
        <p:spPr>
          <a:xfrm>
            <a:off x="7881127" y="5025489"/>
            <a:ext cx="2013222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43E516E4-4507-5D77-6164-35EA8C3563A9}"/>
              </a:ext>
            </a:extLst>
          </p:cNvPr>
          <p:cNvSpPr txBox="1"/>
          <p:nvPr userDrawn="1"/>
        </p:nvSpPr>
        <p:spPr>
          <a:xfrm>
            <a:off x="7818083" y="5103574"/>
            <a:ext cx="2013222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F4EBE289-7538-7F6A-C949-61F0FE10DA05}"/>
              </a:ext>
            </a:extLst>
          </p:cNvPr>
          <p:cNvSpPr txBox="1"/>
          <p:nvPr userDrawn="1"/>
        </p:nvSpPr>
        <p:spPr>
          <a:xfrm>
            <a:off x="7737713" y="5186429"/>
            <a:ext cx="2013222" cy="39677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Worker</a:t>
            </a:r>
          </a:p>
          <a:p>
            <a:pPr algn="ctr"/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VM</a:t>
            </a:r>
          </a:p>
        </p:txBody>
      </p: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A8A1CD10-3F35-DB63-4A6E-6AE33511AD44}"/>
              </a:ext>
            </a:extLst>
          </p:cNvPr>
          <p:cNvCxnSpPr>
            <a:cxnSpLocks/>
            <a:endCxn id="25" idx="0"/>
          </p:cNvCxnSpPr>
          <p:nvPr userDrawn="1"/>
        </p:nvCxnSpPr>
        <p:spPr>
          <a:xfrm flipH="1">
            <a:off x="8613728" y="5583660"/>
            <a:ext cx="0" cy="267955"/>
          </a:xfrm>
          <a:prstGeom prst="line">
            <a:avLst/>
          </a:prstGeom>
          <a:ln w="12700">
            <a:solidFill>
              <a:srgbClr val="7030A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9C5026CD-97B1-3E1C-3254-1FD0FBC27E48}"/>
              </a:ext>
            </a:extLst>
          </p:cNvPr>
          <p:cNvSpPr txBox="1"/>
          <p:nvPr userDrawn="1"/>
        </p:nvSpPr>
        <p:spPr>
          <a:xfrm>
            <a:off x="5608243" y="4459928"/>
            <a:ext cx="1045138" cy="234826"/>
          </a:xfrm>
          <a:prstGeom prst="rect">
            <a:avLst/>
          </a:prstGeom>
          <a:solidFill>
            <a:srgbClr val="CCCCFF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NAI Operator</a:t>
            </a:r>
          </a:p>
        </p:txBody>
      </p:sp>
      <p:sp>
        <p:nvSpPr>
          <p:cNvPr id="94" name="フローチャート: 磁気ディスク 93">
            <a:extLst>
              <a:ext uri="{FF2B5EF4-FFF2-40B4-BE49-F238E27FC236}">
                <a16:creationId xmlns:a16="http://schemas.microsoft.com/office/drawing/2014/main" id="{80FF180B-C989-C518-D4D4-7F5878977192}"/>
              </a:ext>
            </a:extLst>
          </p:cNvPr>
          <p:cNvSpPr/>
          <p:nvPr userDrawn="1"/>
        </p:nvSpPr>
        <p:spPr>
          <a:xfrm>
            <a:off x="9565942" y="2949060"/>
            <a:ext cx="784676" cy="357736"/>
          </a:xfrm>
          <a:prstGeom prst="flowChartMagneticDisk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モデル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Embedding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5" name="フローチャート: 磁気ディスク 94">
            <a:extLst>
              <a:ext uri="{FF2B5EF4-FFF2-40B4-BE49-F238E27FC236}">
                <a16:creationId xmlns:a16="http://schemas.microsoft.com/office/drawing/2014/main" id="{10A4E6D7-2DD6-C5C4-2254-3B241F9FD329}"/>
              </a:ext>
            </a:extLst>
          </p:cNvPr>
          <p:cNvSpPr/>
          <p:nvPr userDrawn="1"/>
        </p:nvSpPr>
        <p:spPr>
          <a:xfrm>
            <a:off x="10412468" y="2949060"/>
            <a:ext cx="784676" cy="357736"/>
          </a:xfrm>
          <a:prstGeom prst="flowChartMagneticDisk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モデル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Reranker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26812CED-7009-9418-8769-B8E2DBB78668}"/>
              </a:ext>
            </a:extLst>
          </p:cNvPr>
          <p:cNvSpPr txBox="1"/>
          <p:nvPr userDrawn="1"/>
        </p:nvSpPr>
        <p:spPr>
          <a:xfrm>
            <a:off x="7779829" y="2124456"/>
            <a:ext cx="3627610" cy="5935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>
            <a:noAutofit/>
          </a:bodyPr>
          <a:lstStyle/>
          <a:p>
            <a:pPr algn="l"/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推論サービス</a:t>
            </a:r>
            <a:endParaRPr kumimoji="1"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エンドポイント</a:t>
            </a: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AAFB9DDB-25E9-0E73-E8F9-CEBD6C13CD8A}"/>
              </a:ext>
            </a:extLst>
          </p:cNvPr>
          <p:cNvSpPr txBox="1"/>
          <p:nvPr userDrawn="1"/>
        </p:nvSpPr>
        <p:spPr>
          <a:xfrm>
            <a:off x="8899593" y="2255530"/>
            <a:ext cx="696460" cy="3727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テキスト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生成</a:t>
            </a:r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1C3E1E24-DCD2-780C-60EA-0FA4D725A223}"/>
              </a:ext>
            </a:extLst>
          </p:cNvPr>
          <p:cNvSpPr txBox="1"/>
          <p:nvPr userDrawn="1"/>
        </p:nvSpPr>
        <p:spPr>
          <a:xfrm>
            <a:off x="9657627" y="2255136"/>
            <a:ext cx="696460" cy="3743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ベクトル化</a:t>
            </a: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1B08FA98-1A49-496F-CB25-702D18606708}"/>
              </a:ext>
            </a:extLst>
          </p:cNvPr>
          <p:cNvSpPr txBox="1"/>
          <p:nvPr userDrawn="1"/>
        </p:nvSpPr>
        <p:spPr>
          <a:xfrm>
            <a:off x="10404738" y="2256714"/>
            <a:ext cx="792961" cy="3727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リランキング</a:t>
            </a:r>
          </a:p>
        </p:txBody>
      </p: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AAFC23E7-767F-355C-B671-CF91184B6001}"/>
              </a:ext>
            </a:extLst>
          </p:cNvPr>
          <p:cNvCxnSpPr>
            <a:cxnSpLocks/>
            <a:stCxn id="71" idx="1"/>
            <a:endCxn id="99" idx="2"/>
          </p:cNvCxnSpPr>
          <p:nvPr userDrawn="1"/>
        </p:nvCxnSpPr>
        <p:spPr>
          <a:xfrm flipV="1">
            <a:off x="9104197" y="2628306"/>
            <a:ext cx="143626" cy="320754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3BCD9D3E-1D5D-F9FF-4C84-9DFAB03E30AB}"/>
              </a:ext>
            </a:extLst>
          </p:cNvPr>
          <p:cNvCxnSpPr>
            <a:cxnSpLocks/>
            <a:stCxn id="94" idx="1"/>
            <a:endCxn id="100" idx="2"/>
          </p:cNvCxnSpPr>
          <p:nvPr userDrawn="1"/>
        </p:nvCxnSpPr>
        <p:spPr>
          <a:xfrm flipV="1">
            <a:off x="9958280" y="2629490"/>
            <a:ext cx="47577" cy="31957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E32F7A90-7E0E-77D4-3220-6A5102486BE4}"/>
              </a:ext>
            </a:extLst>
          </p:cNvPr>
          <p:cNvCxnSpPr>
            <a:cxnSpLocks/>
            <a:stCxn id="95" idx="1"/>
            <a:endCxn id="101" idx="2"/>
          </p:cNvCxnSpPr>
          <p:nvPr userDrawn="1"/>
        </p:nvCxnSpPr>
        <p:spPr>
          <a:xfrm flipH="1" flipV="1">
            <a:off x="10801219" y="2629490"/>
            <a:ext cx="3587" cy="31957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3F0B0318-4060-E3A2-49FF-2FED2328BFA6}"/>
              </a:ext>
            </a:extLst>
          </p:cNvPr>
          <p:cNvCxnSpPr>
            <a:cxnSpLocks/>
            <a:stCxn id="29" idx="2"/>
            <a:endCxn id="99" idx="0"/>
          </p:cNvCxnSpPr>
          <p:nvPr userDrawn="1"/>
        </p:nvCxnSpPr>
        <p:spPr>
          <a:xfrm>
            <a:off x="9247823" y="1383540"/>
            <a:ext cx="0" cy="871990"/>
          </a:xfrm>
          <a:prstGeom prst="straightConnector1">
            <a:avLst/>
          </a:prstGeom>
          <a:ln w="28575">
            <a:solidFill>
              <a:schemeClr val="accent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8C3A5AAC-391B-D14A-C7B0-CFA458182BC2}"/>
              </a:ext>
            </a:extLst>
          </p:cNvPr>
          <p:cNvSpPr txBox="1"/>
          <p:nvPr userDrawn="1"/>
        </p:nvSpPr>
        <p:spPr>
          <a:xfrm>
            <a:off x="8235859" y="5902254"/>
            <a:ext cx="665784" cy="322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r>
              <a:rPr kumimoji="1" lang="en-US" altLang="ja-JP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GPU</a:t>
            </a:r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6DDA922B-17C9-A944-7719-88B7291213C4}"/>
              </a:ext>
            </a:extLst>
          </p:cNvPr>
          <p:cNvSpPr txBox="1"/>
          <p:nvPr userDrawn="1"/>
        </p:nvSpPr>
        <p:spPr>
          <a:xfrm>
            <a:off x="8186143" y="5969063"/>
            <a:ext cx="665784" cy="322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/>
            <a:r>
              <a:rPr kumimoji="1" lang="en-US" altLang="ja-JP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GPU</a:t>
            </a:r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23B23995-71F9-A243-4567-EB8AD6A78E73}"/>
              </a:ext>
            </a:extLst>
          </p:cNvPr>
          <p:cNvSpPr txBox="1"/>
          <p:nvPr userDrawn="1"/>
        </p:nvSpPr>
        <p:spPr>
          <a:xfrm>
            <a:off x="6750302" y="4184821"/>
            <a:ext cx="824328" cy="323270"/>
          </a:xfrm>
          <a:prstGeom prst="rect">
            <a:avLst/>
          </a:prstGeom>
          <a:solidFill>
            <a:srgbClr val="CCCCFF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推論エンジン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Pod</a:t>
            </a:r>
          </a:p>
        </p:txBody>
      </p:sp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4919D256-7423-6487-3CC8-5088F62960D5}"/>
              </a:ext>
            </a:extLst>
          </p:cNvPr>
          <p:cNvSpPr txBox="1"/>
          <p:nvPr userDrawn="1"/>
        </p:nvSpPr>
        <p:spPr>
          <a:xfrm>
            <a:off x="7680153" y="4185485"/>
            <a:ext cx="824328" cy="323270"/>
          </a:xfrm>
          <a:prstGeom prst="rect">
            <a:avLst/>
          </a:prstGeom>
          <a:solidFill>
            <a:srgbClr val="CCCCFF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推論エンジン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Pod</a:t>
            </a:r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3177F153-AAC7-5672-0F00-F7436163140E}"/>
              </a:ext>
            </a:extLst>
          </p:cNvPr>
          <p:cNvSpPr txBox="1"/>
          <p:nvPr userDrawn="1"/>
        </p:nvSpPr>
        <p:spPr>
          <a:xfrm>
            <a:off x="8618267" y="4185671"/>
            <a:ext cx="824328" cy="323270"/>
          </a:xfrm>
          <a:prstGeom prst="rect">
            <a:avLst/>
          </a:prstGeom>
          <a:solidFill>
            <a:srgbClr val="CCCCFF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推論エンジン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Pod</a:t>
            </a:r>
          </a:p>
        </p:txBody>
      </p:sp>
      <p:sp>
        <p:nvSpPr>
          <p:cNvPr id="127" name="吹き出し: 四角形 126">
            <a:extLst>
              <a:ext uri="{FF2B5EF4-FFF2-40B4-BE49-F238E27FC236}">
                <a16:creationId xmlns:a16="http://schemas.microsoft.com/office/drawing/2014/main" id="{7341C7EA-7270-AFB4-1877-1D95235395AF}"/>
              </a:ext>
            </a:extLst>
          </p:cNvPr>
          <p:cNvSpPr/>
          <p:nvPr userDrawn="1"/>
        </p:nvSpPr>
        <p:spPr>
          <a:xfrm>
            <a:off x="9383645" y="1583118"/>
            <a:ext cx="1757991" cy="391165"/>
          </a:xfrm>
          <a:prstGeom prst="wedgeRectCallout">
            <a:avLst>
              <a:gd name="adj1" fmla="val 7500"/>
              <a:gd name="adj2" fmla="val 44016"/>
            </a:avLst>
          </a:prstGeom>
          <a:solidFill>
            <a:srgbClr val="CCCCFF"/>
          </a:solidFill>
          <a:ln w="635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b="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NAI Labs</a:t>
            </a:r>
          </a:p>
          <a:p>
            <a:pPr algn="ctr"/>
            <a:r>
              <a:rPr lang="en-US" altLang="ja-JP" sz="1000" b="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(Chat / RAG)</a:t>
            </a:r>
          </a:p>
        </p:txBody>
      </p:sp>
      <p:cxnSp>
        <p:nvCxnSpPr>
          <p:cNvPr id="128" name="直線矢印コネクタ 127">
            <a:extLst>
              <a:ext uri="{FF2B5EF4-FFF2-40B4-BE49-F238E27FC236}">
                <a16:creationId xmlns:a16="http://schemas.microsoft.com/office/drawing/2014/main" id="{4CF7CA5C-11EF-E5F0-0F1F-5A530C44AFE5}"/>
              </a:ext>
            </a:extLst>
          </p:cNvPr>
          <p:cNvCxnSpPr>
            <a:cxnSpLocks/>
          </p:cNvCxnSpPr>
          <p:nvPr userDrawn="1"/>
        </p:nvCxnSpPr>
        <p:spPr>
          <a:xfrm>
            <a:off x="9526762" y="1967889"/>
            <a:ext cx="0" cy="289079"/>
          </a:xfrm>
          <a:prstGeom prst="straightConnector1">
            <a:avLst/>
          </a:prstGeom>
          <a:ln w="28575">
            <a:solidFill>
              <a:srgbClr val="7030A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矢印コネクタ 129">
            <a:extLst>
              <a:ext uri="{FF2B5EF4-FFF2-40B4-BE49-F238E27FC236}">
                <a16:creationId xmlns:a16="http://schemas.microsoft.com/office/drawing/2014/main" id="{49C48D7B-DFBE-2DDF-DD6C-3CD4CEC1284A}"/>
              </a:ext>
            </a:extLst>
          </p:cNvPr>
          <p:cNvCxnSpPr>
            <a:cxnSpLocks/>
          </p:cNvCxnSpPr>
          <p:nvPr userDrawn="1"/>
        </p:nvCxnSpPr>
        <p:spPr>
          <a:xfrm>
            <a:off x="10163546" y="1967889"/>
            <a:ext cx="0" cy="289079"/>
          </a:xfrm>
          <a:prstGeom prst="straightConnector1">
            <a:avLst/>
          </a:prstGeom>
          <a:ln w="28575">
            <a:solidFill>
              <a:srgbClr val="7030A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矢印コネクタ 130">
            <a:extLst>
              <a:ext uri="{FF2B5EF4-FFF2-40B4-BE49-F238E27FC236}">
                <a16:creationId xmlns:a16="http://schemas.microsoft.com/office/drawing/2014/main" id="{2C072650-964C-358E-3E3C-EB5E66F80B02}"/>
              </a:ext>
            </a:extLst>
          </p:cNvPr>
          <p:cNvCxnSpPr>
            <a:cxnSpLocks/>
          </p:cNvCxnSpPr>
          <p:nvPr userDrawn="1"/>
        </p:nvCxnSpPr>
        <p:spPr>
          <a:xfrm>
            <a:off x="10800329" y="1967889"/>
            <a:ext cx="0" cy="289079"/>
          </a:xfrm>
          <a:prstGeom prst="straightConnector1">
            <a:avLst/>
          </a:prstGeom>
          <a:ln w="28575">
            <a:solidFill>
              <a:srgbClr val="7030A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図 132">
            <a:extLst>
              <a:ext uri="{FF2B5EF4-FFF2-40B4-BE49-F238E27FC236}">
                <a16:creationId xmlns:a16="http://schemas.microsoft.com/office/drawing/2014/main" id="{79C1C7EF-5322-73DC-68F8-32D4FA755E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14709" y="1790636"/>
            <a:ext cx="2763806" cy="157157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858A392F-419D-E2AD-7149-22D5681F5BB7}"/>
              </a:ext>
            </a:extLst>
          </p:cNvPr>
          <p:cNvCxnSpPr>
            <a:cxnSpLocks/>
            <a:stCxn id="41" idx="0"/>
          </p:cNvCxnSpPr>
          <p:nvPr userDrawn="1"/>
        </p:nvCxnSpPr>
        <p:spPr>
          <a:xfrm flipH="1" flipV="1">
            <a:off x="6124892" y="3543366"/>
            <a:ext cx="0" cy="645402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A5E47706-B297-18AB-F9A0-6F7F4BB1E051}"/>
              </a:ext>
            </a:extLst>
          </p:cNvPr>
          <p:cNvSpPr/>
          <p:nvPr userDrawn="1"/>
        </p:nvSpPr>
        <p:spPr>
          <a:xfrm>
            <a:off x="1727116" y="1958511"/>
            <a:ext cx="766488" cy="271004"/>
          </a:xfrm>
          <a:prstGeom prst="roundRect">
            <a:avLst/>
          </a:prstGeom>
          <a:solidFill>
            <a:schemeClr val="bg2"/>
          </a:solidFill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kubectl</a:t>
            </a:r>
            <a:endParaRPr kumimoji="1" lang="ja-JP" alt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02316240-5253-7EF6-C197-E21F4C59CEAD}"/>
              </a:ext>
            </a:extLst>
          </p:cNvPr>
          <p:cNvSpPr/>
          <p:nvPr userDrawn="1"/>
        </p:nvSpPr>
        <p:spPr>
          <a:xfrm>
            <a:off x="1727116" y="2707143"/>
            <a:ext cx="766488" cy="271004"/>
          </a:xfrm>
          <a:prstGeom prst="roundRect">
            <a:avLst/>
          </a:prstGeom>
          <a:solidFill>
            <a:srgbClr val="CCCCFF"/>
          </a:solidFill>
          <a:ln w="635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nkp CLI</a:t>
            </a:r>
            <a:endParaRPr kumimoji="1" lang="ja-JP" alt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8311B8CA-911A-EE7F-6CC1-E7DDF6ACD2EA}"/>
              </a:ext>
            </a:extLst>
          </p:cNvPr>
          <p:cNvSpPr/>
          <p:nvPr userDrawn="1"/>
        </p:nvSpPr>
        <p:spPr>
          <a:xfrm>
            <a:off x="1727116" y="2327761"/>
            <a:ext cx="766488" cy="272086"/>
          </a:xfrm>
          <a:prstGeom prst="roundRect">
            <a:avLst/>
          </a:prstGeom>
          <a:solidFill>
            <a:schemeClr val="bg2"/>
          </a:solidFill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helm</a:t>
            </a:r>
            <a:endParaRPr kumimoji="1" lang="ja-JP" alt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3BDB2ACE-62C8-3CBA-F65D-948870FDB1AB}"/>
              </a:ext>
            </a:extLst>
          </p:cNvPr>
          <p:cNvSpPr txBox="1"/>
          <p:nvPr userDrawn="1"/>
        </p:nvSpPr>
        <p:spPr>
          <a:xfrm>
            <a:off x="1727116" y="3058440"/>
            <a:ext cx="766488" cy="275192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Docker</a:t>
            </a:r>
            <a:endParaRPr kumimoji="1" lang="ja-JP" alt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2" name="吹き出し: 四角形 141">
            <a:extLst>
              <a:ext uri="{FF2B5EF4-FFF2-40B4-BE49-F238E27FC236}">
                <a16:creationId xmlns:a16="http://schemas.microsoft.com/office/drawing/2014/main" id="{B5E9202E-4B7F-3DF1-6F34-B7D367E6B234}"/>
              </a:ext>
            </a:extLst>
          </p:cNvPr>
          <p:cNvSpPr/>
          <p:nvPr userDrawn="1"/>
        </p:nvSpPr>
        <p:spPr>
          <a:xfrm>
            <a:off x="10189996" y="3740921"/>
            <a:ext cx="1481160" cy="1964058"/>
          </a:xfrm>
          <a:prstGeom prst="wedgeRectCallout">
            <a:avLst>
              <a:gd name="adj1" fmla="val 7500"/>
              <a:gd name="adj2" fmla="val 44016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l"/>
            <a:r>
              <a:rPr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Nutanix Files Storage</a:t>
            </a:r>
          </a:p>
        </p:txBody>
      </p:sp>
      <p:sp>
        <p:nvSpPr>
          <p:cNvPr id="143" name="テキスト ボックス 142">
            <a:extLst>
              <a:ext uri="{FF2B5EF4-FFF2-40B4-BE49-F238E27FC236}">
                <a16:creationId xmlns:a16="http://schemas.microsoft.com/office/drawing/2014/main" id="{2970559A-B226-2B98-74DB-32FA7851FE0B}"/>
              </a:ext>
            </a:extLst>
          </p:cNvPr>
          <p:cNvSpPr txBox="1"/>
          <p:nvPr userDrawn="1"/>
        </p:nvSpPr>
        <p:spPr>
          <a:xfrm>
            <a:off x="10342831" y="5025490"/>
            <a:ext cx="1175357" cy="557716"/>
          </a:xfrm>
          <a:prstGeom prst="rect">
            <a:avLst/>
          </a:prstGeom>
          <a:solidFill>
            <a:srgbClr val="CCC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File Server VM</a:t>
            </a:r>
            <a:endParaRPr kumimoji="1" lang="ja-JP" alt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4" name="フローチャート: 磁気ディスク 143">
            <a:extLst>
              <a:ext uri="{FF2B5EF4-FFF2-40B4-BE49-F238E27FC236}">
                <a16:creationId xmlns:a16="http://schemas.microsoft.com/office/drawing/2014/main" id="{8F1555DC-D14D-E1EE-80EA-300C397B8E84}"/>
              </a:ext>
            </a:extLst>
          </p:cNvPr>
          <p:cNvSpPr/>
          <p:nvPr userDrawn="1"/>
        </p:nvSpPr>
        <p:spPr>
          <a:xfrm>
            <a:off x="10397890" y="4379895"/>
            <a:ext cx="1067042" cy="360792"/>
          </a:xfrm>
          <a:prstGeom prst="flowChartMagneticDisk">
            <a:avLst/>
          </a:prstGeom>
          <a:solidFill>
            <a:srgbClr val="CCCCFF"/>
          </a:solidFill>
          <a:ln w="635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NFS</a:t>
            </a:r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Share</a:t>
            </a:r>
            <a:endParaRPr kumimoji="1" lang="ja-JP" alt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304617B9-11A4-A401-AA78-B283F5BF249B}"/>
              </a:ext>
            </a:extLst>
          </p:cNvPr>
          <p:cNvSpPr txBox="1"/>
          <p:nvPr userDrawn="1"/>
        </p:nvSpPr>
        <p:spPr>
          <a:xfrm>
            <a:off x="2649165" y="2464847"/>
            <a:ext cx="1224392" cy="2325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kumimoji="1" lang="en-US" altLang="ja-JP" sz="9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Chart </a:t>
            </a:r>
            <a:r>
              <a:rPr kumimoji="1" lang="ja-JP" altLang="en-US" sz="9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インストール</a:t>
            </a:r>
          </a:p>
        </p:txBody>
      </p:sp>
    </p:spTree>
    <p:extLst>
      <p:ext uri="{BB962C8B-B14F-4D97-AF65-F5344CB8AC3E}">
        <p14:creationId xmlns:p14="http://schemas.microsoft.com/office/powerpoint/2010/main" val="3252259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05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397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06_白紙_ページ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5966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60959" y="54187"/>
            <a:ext cx="12070081" cy="6746240"/>
          </a:xfrm>
          <a:prstGeom prst="rect">
            <a:avLst/>
          </a:prstGeom>
          <a:noFill/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283779" y="220718"/>
            <a:ext cx="11582400" cy="5780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283779" y="965316"/>
            <a:ext cx="11582400" cy="539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4">
            <a:extLst>
              <a:ext uri="{FF2B5EF4-FFF2-40B4-BE49-F238E27FC236}">
                <a16:creationId xmlns:a16="http://schemas.microsoft.com/office/drawing/2014/main" id="{4D226AB8-D6D8-0343-CA65-35F7B3B21199}"/>
              </a:ext>
            </a:extLst>
          </p:cNvPr>
          <p:cNvSpPr txBox="1">
            <a:spLocks/>
          </p:cNvSpPr>
          <p:nvPr userDrawn="1"/>
        </p:nvSpPr>
        <p:spPr>
          <a:xfrm>
            <a:off x="11463582" y="6526103"/>
            <a:ext cx="6567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9D184D-9B32-4699-AE1A-1065AEA156AD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07688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4" r:id="rId3"/>
    <p:sldLayoutId id="2147483665" r:id="rId4"/>
    <p:sldLayoutId id="2147483669" r:id="rId5"/>
    <p:sldLayoutId id="2147483670" r:id="rId6"/>
    <p:sldLayoutId id="2147483666" r:id="rId7"/>
    <p:sldLayoutId id="2147483667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69875" indent="-269875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536575" indent="-2635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809625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071563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1344613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AD8E0B-8418-2314-6761-F5EBA5BF6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Nutanix</a:t>
            </a:r>
            <a:r>
              <a:rPr lang="ja-JP" altLang="en-US" dirty="0"/>
              <a:t> </a:t>
            </a:r>
            <a:r>
              <a:rPr lang="en-US" altLang="ja-JP" dirty="0"/>
              <a:t>Enterprise AI</a:t>
            </a:r>
            <a:r>
              <a:rPr lang="ja-JP" altLang="en-US" dirty="0"/>
              <a:t>（</a:t>
            </a:r>
            <a:r>
              <a:rPr lang="en-US" altLang="ja-JP" dirty="0"/>
              <a:t>NAI</a:t>
            </a:r>
            <a:r>
              <a:rPr lang="ja-JP" altLang="en-US" dirty="0"/>
              <a:t>）</a:t>
            </a:r>
            <a:r>
              <a:rPr lang="en-US" altLang="ja-JP" dirty="0"/>
              <a:t>2.6 </a:t>
            </a:r>
            <a:r>
              <a:rPr lang="ja-JP" altLang="en-US" dirty="0"/>
              <a:t>ラボ </a:t>
            </a:r>
            <a:r>
              <a:rPr lang="en-US" altLang="ja-JP" dirty="0"/>
              <a:t>| </a:t>
            </a:r>
            <a:r>
              <a:rPr lang="ja-JP" altLang="en-US" dirty="0"/>
              <a:t>ブログの流れ</a:t>
            </a:r>
            <a:endParaRPr kumimoji="1" lang="ja-JP" altLang="en-US" dirty="0"/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CE289CA9-6105-D1EA-B487-5469C9C63553}"/>
              </a:ext>
            </a:extLst>
          </p:cNvPr>
          <p:cNvCxnSpPr>
            <a:cxnSpLocks/>
          </p:cNvCxnSpPr>
          <p:nvPr/>
        </p:nvCxnSpPr>
        <p:spPr>
          <a:xfrm>
            <a:off x="2110360" y="2978147"/>
            <a:ext cx="0" cy="1776475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6D3EC29-CBCD-9095-1023-621D8E279B28}"/>
              </a:ext>
            </a:extLst>
          </p:cNvPr>
          <p:cNvSpPr txBox="1"/>
          <p:nvPr/>
        </p:nvSpPr>
        <p:spPr>
          <a:xfrm>
            <a:off x="778693" y="3411853"/>
            <a:ext cx="1462946" cy="39412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kumimoji="1" lang="en-US" altLang="ja-JP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Image Builder</a:t>
            </a:r>
            <a:r>
              <a:rPr kumimoji="1"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での</a:t>
            </a:r>
            <a:endParaRPr kumimoji="1" lang="en-US" altLang="ja-JP" sz="10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イメージ作成など</a:t>
            </a:r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E3DDD6C5-47A9-9564-EB01-B1909EFFC582}"/>
              </a:ext>
            </a:extLst>
          </p:cNvPr>
          <p:cNvSpPr/>
          <p:nvPr/>
        </p:nvSpPr>
        <p:spPr>
          <a:xfrm>
            <a:off x="553311" y="3936517"/>
            <a:ext cx="818171" cy="290202"/>
          </a:xfrm>
          <a:prstGeom prst="wedgeRectCallout">
            <a:avLst>
              <a:gd name="adj1" fmla="val -7772"/>
              <a:gd name="adj2" fmla="val 92575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Part-01</a:t>
            </a:r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7E0F50E4-15F4-C3D8-8146-47D8EB85A1F9}"/>
              </a:ext>
            </a:extLst>
          </p:cNvPr>
          <p:cNvSpPr/>
          <p:nvPr/>
        </p:nvSpPr>
        <p:spPr>
          <a:xfrm>
            <a:off x="553310" y="1466036"/>
            <a:ext cx="818171" cy="290202"/>
          </a:xfrm>
          <a:prstGeom prst="wedgeRectCallout">
            <a:avLst>
              <a:gd name="adj1" fmla="val 73598"/>
              <a:gd name="adj2" fmla="val 34532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Part-02</a:t>
            </a:r>
          </a:p>
        </p:txBody>
      </p:sp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0B863208-AF52-A32B-AF74-9295B0CE5735}"/>
              </a:ext>
            </a:extLst>
          </p:cNvPr>
          <p:cNvSpPr/>
          <p:nvPr/>
        </p:nvSpPr>
        <p:spPr>
          <a:xfrm>
            <a:off x="2944699" y="1646597"/>
            <a:ext cx="818171" cy="290202"/>
          </a:xfrm>
          <a:prstGeom prst="wedgeRectCallout">
            <a:avLst>
              <a:gd name="adj1" fmla="val -8753"/>
              <a:gd name="adj2" fmla="val 92576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Part-03</a:t>
            </a:r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0B8480D4-A117-F022-EED2-8A4D865AD5E6}"/>
              </a:ext>
            </a:extLst>
          </p:cNvPr>
          <p:cNvSpPr/>
          <p:nvPr/>
        </p:nvSpPr>
        <p:spPr>
          <a:xfrm>
            <a:off x="11216096" y="3966094"/>
            <a:ext cx="818171" cy="290202"/>
          </a:xfrm>
          <a:prstGeom prst="wedgeRectCallout">
            <a:avLst>
              <a:gd name="adj1" fmla="val -33262"/>
              <a:gd name="adj2" fmla="val 87048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Part-04</a:t>
            </a:r>
          </a:p>
        </p:txBody>
      </p:sp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55DE863A-3A00-FB73-05F9-5F0665C110D5}"/>
              </a:ext>
            </a:extLst>
          </p:cNvPr>
          <p:cNvSpPr/>
          <p:nvPr/>
        </p:nvSpPr>
        <p:spPr>
          <a:xfrm>
            <a:off x="2944699" y="3280430"/>
            <a:ext cx="818171" cy="290202"/>
          </a:xfrm>
          <a:prstGeom prst="wedgeRectCallout">
            <a:avLst>
              <a:gd name="adj1" fmla="val -8753"/>
              <a:gd name="adj2" fmla="val 92576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Part-05</a:t>
            </a:r>
          </a:p>
        </p:txBody>
      </p:sp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91DC5B34-35FA-EE55-A08D-6540E1364500}"/>
              </a:ext>
            </a:extLst>
          </p:cNvPr>
          <p:cNvSpPr/>
          <p:nvPr/>
        </p:nvSpPr>
        <p:spPr>
          <a:xfrm>
            <a:off x="2848446" y="4746828"/>
            <a:ext cx="818171" cy="290202"/>
          </a:xfrm>
          <a:prstGeom prst="wedgeRectCallout">
            <a:avLst>
              <a:gd name="adj1" fmla="val 34383"/>
              <a:gd name="adj2" fmla="val -81554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Part-06</a:t>
            </a:r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4DC9AFDE-1A58-C397-C47B-2A085225A4A9}"/>
              </a:ext>
            </a:extLst>
          </p:cNvPr>
          <p:cNvSpPr/>
          <p:nvPr/>
        </p:nvSpPr>
        <p:spPr>
          <a:xfrm>
            <a:off x="6223368" y="3801786"/>
            <a:ext cx="818171" cy="290202"/>
          </a:xfrm>
          <a:prstGeom prst="wedgeRectCallout">
            <a:avLst>
              <a:gd name="adj1" fmla="val -34243"/>
              <a:gd name="adj2" fmla="val 81519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Part-07</a:t>
            </a:r>
          </a:p>
        </p:txBody>
      </p:sp>
      <p:sp>
        <p:nvSpPr>
          <p:cNvPr id="12" name="吹き出し: 四角形 11">
            <a:extLst>
              <a:ext uri="{FF2B5EF4-FFF2-40B4-BE49-F238E27FC236}">
                <a16:creationId xmlns:a16="http://schemas.microsoft.com/office/drawing/2014/main" id="{55876211-77F0-DE0A-ED52-BD086B40DCEA}"/>
              </a:ext>
            </a:extLst>
          </p:cNvPr>
          <p:cNvSpPr/>
          <p:nvPr/>
        </p:nvSpPr>
        <p:spPr>
          <a:xfrm>
            <a:off x="11364597" y="1818669"/>
            <a:ext cx="696460" cy="290202"/>
          </a:xfrm>
          <a:prstGeom prst="wedgeRectCallout">
            <a:avLst>
              <a:gd name="adj1" fmla="val -66176"/>
              <a:gd name="adj2" fmla="val 98103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Part-08</a:t>
            </a:r>
          </a:p>
        </p:txBody>
      </p:sp>
      <p:sp>
        <p:nvSpPr>
          <p:cNvPr id="14" name="吹き出し: 四角形 13">
            <a:extLst>
              <a:ext uri="{FF2B5EF4-FFF2-40B4-BE49-F238E27FC236}">
                <a16:creationId xmlns:a16="http://schemas.microsoft.com/office/drawing/2014/main" id="{C92B27E0-8F61-2CA6-D209-D25F8A450F3D}"/>
              </a:ext>
            </a:extLst>
          </p:cNvPr>
          <p:cNvSpPr/>
          <p:nvPr/>
        </p:nvSpPr>
        <p:spPr>
          <a:xfrm>
            <a:off x="9229029" y="5822993"/>
            <a:ext cx="818171" cy="290202"/>
          </a:xfrm>
          <a:prstGeom prst="wedgeRectCallout">
            <a:avLst>
              <a:gd name="adj1" fmla="val -36203"/>
              <a:gd name="adj2" fmla="val -117485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Part-09</a:t>
            </a:r>
          </a:p>
        </p:txBody>
      </p:sp>
      <p:sp>
        <p:nvSpPr>
          <p:cNvPr id="15" name="吹き出し: 四角形 14">
            <a:extLst>
              <a:ext uri="{FF2B5EF4-FFF2-40B4-BE49-F238E27FC236}">
                <a16:creationId xmlns:a16="http://schemas.microsoft.com/office/drawing/2014/main" id="{DAEDF989-3020-356C-AB33-DCFC2E25A38F}"/>
              </a:ext>
            </a:extLst>
          </p:cNvPr>
          <p:cNvSpPr/>
          <p:nvPr/>
        </p:nvSpPr>
        <p:spPr>
          <a:xfrm>
            <a:off x="7957021" y="2591091"/>
            <a:ext cx="696460" cy="290202"/>
          </a:xfrm>
          <a:prstGeom prst="wedgeRectCallout">
            <a:avLst>
              <a:gd name="adj1" fmla="val 84695"/>
              <a:gd name="adj2" fmla="val -59443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Part-10</a:t>
            </a:r>
          </a:p>
        </p:txBody>
      </p:sp>
      <p:sp>
        <p:nvSpPr>
          <p:cNvPr id="16" name="吹き出し: 四角形 15">
            <a:extLst>
              <a:ext uri="{FF2B5EF4-FFF2-40B4-BE49-F238E27FC236}">
                <a16:creationId xmlns:a16="http://schemas.microsoft.com/office/drawing/2014/main" id="{ED398AFF-8BE9-C320-5FA4-ECA982AE70E7}"/>
              </a:ext>
            </a:extLst>
          </p:cNvPr>
          <p:cNvSpPr/>
          <p:nvPr/>
        </p:nvSpPr>
        <p:spPr>
          <a:xfrm>
            <a:off x="10595948" y="1146109"/>
            <a:ext cx="696460" cy="290202"/>
          </a:xfrm>
          <a:prstGeom prst="wedgeRectCallout">
            <a:avLst>
              <a:gd name="adj1" fmla="val 5228"/>
              <a:gd name="adj2" fmla="val 100867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Part-11</a:t>
            </a:r>
          </a:p>
        </p:txBody>
      </p:sp>
      <p:sp>
        <p:nvSpPr>
          <p:cNvPr id="17" name="吹き出し: 四角形 16">
            <a:extLst>
              <a:ext uri="{FF2B5EF4-FFF2-40B4-BE49-F238E27FC236}">
                <a16:creationId xmlns:a16="http://schemas.microsoft.com/office/drawing/2014/main" id="{A5D4B4FE-307E-7885-2C64-7BA7588D153E}"/>
              </a:ext>
            </a:extLst>
          </p:cNvPr>
          <p:cNvSpPr/>
          <p:nvPr/>
        </p:nvSpPr>
        <p:spPr>
          <a:xfrm>
            <a:off x="11364597" y="2607424"/>
            <a:ext cx="696460" cy="290202"/>
          </a:xfrm>
          <a:prstGeom prst="wedgeRectCallout">
            <a:avLst>
              <a:gd name="adj1" fmla="val -41992"/>
              <a:gd name="adj2" fmla="val -7879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Part-12</a:t>
            </a:r>
          </a:p>
        </p:txBody>
      </p:sp>
    </p:spTree>
    <p:extLst>
      <p:ext uri="{BB962C8B-B14F-4D97-AF65-F5344CB8AC3E}">
        <p14:creationId xmlns:p14="http://schemas.microsoft.com/office/powerpoint/2010/main" val="388179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5ABB47-B8C5-7087-5AC5-74861CD29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NAI 2.6 | Part-01</a:t>
            </a:r>
            <a:r>
              <a:rPr lang="ja-JP" altLang="en-US" dirty="0"/>
              <a:t>：前提インフラの準備</a:t>
            </a:r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D0B5AEF-A34A-2702-A0F4-6DE7C9D62CD4}"/>
              </a:ext>
            </a:extLst>
          </p:cNvPr>
          <p:cNvSpPr/>
          <p:nvPr/>
        </p:nvSpPr>
        <p:spPr>
          <a:xfrm>
            <a:off x="1420565" y="725556"/>
            <a:ext cx="2698592" cy="2874503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061CF8B-9B56-0370-32F3-C644F9518922}"/>
              </a:ext>
            </a:extLst>
          </p:cNvPr>
          <p:cNvSpPr/>
          <p:nvPr/>
        </p:nvSpPr>
        <p:spPr>
          <a:xfrm>
            <a:off x="4119157" y="725556"/>
            <a:ext cx="7747022" cy="2874503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8FCCA32-B063-2572-C51A-1315CA100D6B}"/>
              </a:ext>
            </a:extLst>
          </p:cNvPr>
          <p:cNvSpPr/>
          <p:nvPr/>
        </p:nvSpPr>
        <p:spPr>
          <a:xfrm>
            <a:off x="2695305" y="3600060"/>
            <a:ext cx="9170873" cy="2147598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9190793C-D717-9A42-8672-6BB994EE01D6}"/>
              </a:ext>
            </a:extLst>
          </p:cNvPr>
          <p:cNvSpPr/>
          <p:nvPr/>
        </p:nvSpPr>
        <p:spPr>
          <a:xfrm>
            <a:off x="3032449" y="4612362"/>
            <a:ext cx="2196566" cy="410053"/>
          </a:xfrm>
          <a:prstGeom prst="wedgeRectCallout">
            <a:avLst>
              <a:gd name="adj1" fmla="val -85789"/>
              <a:gd name="adj2" fmla="val 38105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Prism Central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の展開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21D7C53A-A528-4E4E-44B2-23263DA34EAF}"/>
              </a:ext>
            </a:extLst>
          </p:cNvPr>
          <p:cNvSpPr/>
          <p:nvPr/>
        </p:nvSpPr>
        <p:spPr>
          <a:xfrm>
            <a:off x="8368496" y="4344985"/>
            <a:ext cx="2789244" cy="991108"/>
          </a:xfrm>
          <a:prstGeom prst="wedgeRectCallout">
            <a:avLst>
              <a:gd name="adj1" fmla="val -33564"/>
              <a:gd name="adj2" fmla="val 8811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GPU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搭載した 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AHV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クラスタの用意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・ストレージ コンテナ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iSCSI Data Service IP</a:t>
            </a:r>
          </a:p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IPAM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サブネット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957C8528-AD18-2D5D-64A4-F634AD85685D}"/>
              </a:ext>
            </a:extLst>
          </p:cNvPr>
          <p:cNvSpPr/>
          <p:nvPr/>
        </p:nvSpPr>
        <p:spPr>
          <a:xfrm>
            <a:off x="596194" y="1853608"/>
            <a:ext cx="2705215" cy="410053"/>
          </a:xfrm>
          <a:prstGeom prst="wedgeRectCallout">
            <a:avLst>
              <a:gd name="adj1" fmla="val -33256"/>
              <a:gd name="adj2" fmla="val 129924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DNS / NTP 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サーバーの準備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0386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AB0C3-833D-B1E2-424A-A6A3B7FD5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C45645-56EE-3502-428D-DF8F88D88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NAI 2.6 | Part-02</a:t>
            </a:r>
            <a:r>
              <a:rPr lang="ja-JP" altLang="en-US" dirty="0"/>
              <a:t>：作業用マシンの準備</a:t>
            </a:r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3543821-F451-2A0D-ED0D-40398A277051}"/>
              </a:ext>
            </a:extLst>
          </p:cNvPr>
          <p:cNvSpPr/>
          <p:nvPr/>
        </p:nvSpPr>
        <p:spPr>
          <a:xfrm>
            <a:off x="2695303" y="725556"/>
            <a:ext cx="1423853" cy="2874503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BD3676F-0287-9AAF-013D-C294EC4763C2}"/>
              </a:ext>
            </a:extLst>
          </p:cNvPr>
          <p:cNvSpPr/>
          <p:nvPr/>
        </p:nvSpPr>
        <p:spPr>
          <a:xfrm>
            <a:off x="4119157" y="725556"/>
            <a:ext cx="7747022" cy="2874503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05AEB64-3081-868F-0F1C-EDBAACBF20F0}"/>
              </a:ext>
            </a:extLst>
          </p:cNvPr>
          <p:cNvSpPr/>
          <p:nvPr/>
        </p:nvSpPr>
        <p:spPr>
          <a:xfrm>
            <a:off x="2695305" y="3600060"/>
            <a:ext cx="9170873" cy="2147598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F01AF256-CE3F-412F-3DC2-9D381D287FFB}"/>
              </a:ext>
            </a:extLst>
          </p:cNvPr>
          <p:cNvSpPr/>
          <p:nvPr/>
        </p:nvSpPr>
        <p:spPr>
          <a:xfrm>
            <a:off x="2013995" y="905315"/>
            <a:ext cx="2224964" cy="410053"/>
          </a:xfrm>
          <a:prstGeom prst="wedgeRectCallout">
            <a:avLst>
              <a:gd name="adj1" fmla="val -33256"/>
              <a:gd name="adj2" fmla="val 98874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作業用 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Linux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マシンの準備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16151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C1B4C-F226-62E3-0170-2150414C8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CF845D-60B6-9DAD-AABE-661920A4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NAI 2.6 | Part-03</a:t>
            </a:r>
            <a:r>
              <a:rPr lang="ja-JP" altLang="en-US" dirty="0"/>
              <a:t>：</a:t>
            </a:r>
            <a:r>
              <a:rPr lang="en-US" altLang="ja-JP" dirty="0"/>
              <a:t>NKP</a:t>
            </a:r>
            <a:r>
              <a:rPr lang="ja-JP" altLang="en-US" dirty="0"/>
              <a:t> 管理クラスタの展開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01C7EC4-8416-3568-1C65-D6371ED219DE}"/>
              </a:ext>
            </a:extLst>
          </p:cNvPr>
          <p:cNvSpPr/>
          <p:nvPr/>
        </p:nvSpPr>
        <p:spPr>
          <a:xfrm>
            <a:off x="4119157" y="725556"/>
            <a:ext cx="7747022" cy="2874503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3E1F7C0-9056-DDC8-7571-FBF96139652B}"/>
              </a:ext>
            </a:extLst>
          </p:cNvPr>
          <p:cNvSpPr/>
          <p:nvPr/>
        </p:nvSpPr>
        <p:spPr>
          <a:xfrm>
            <a:off x="10145486" y="3600060"/>
            <a:ext cx="1720692" cy="2147598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EE73022-0AFC-585D-37AB-D6B8424C2FAC}"/>
              </a:ext>
            </a:extLst>
          </p:cNvPr>
          <p:cNvSpPr/>
          <p:nvPr/>
        </p:nvSpPr>
        <p:spPr>
          <a:xfrm>
            <a:off x="3052353" y="4144346"/>
            <a:ext cx="6962504" cy="593117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92B2223-B415-DCE9-5E4A-E59AB1CCADCF}"/>
              </a:ext>
            </a:extLst>
          </p:cNvPr>
          <p:cNvSpPr/>
          <p:nvPr/>
        </p:nvSpPr>
        <p:spPr>
          <a:xfrm>
            <a:off x="7628709" y="4737463"/>
            <a:ext cx="2386148" cy="940526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吹き出し: 四角形 2">
            <a:extLst>
              <a:ext uri="{FF2B5EF4-FFF2-40B4-BE49-F238E27FC236}">
                <a16:creationId xmlns:a16="http://schemas.microsoft.com/office/drawing/2014/main" id="{74FA6101-DC29-7B14-FB01-4C9CB9B4A741}"/>
              </a:ext>
            </a:extLst>
          </p:cNvPr>
          <p:cNvSpPr/>
          <p:nvPr/>
        </p:nvSpPr>
        <p:spPr>
          <a:xfrm>
            <a:off x="3252485" y="1403026"/>
            <a:ext cx="2118168" cy="410053"/>
          </a:xfrm>
          <a:prstGeom prst="wedgeRectCallout">
            <a:avLst>
              <a:gd name="adj1" fmla="val -33256"/>
              <a:gd name="adj2" fmla="val 98874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NKP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クラスタの展開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3917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E65D1-47D1-6305-2B28-CE6317500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B4C8DC-8F11-34F6-4F99-1D3B59373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NAI 2.6 | Part-04</a:t>
            </a:r>
            <a:r>
              <a:rPr lang="ja-JP" altLang="en-US" dirty="0"/>
              <a:t>：</a:t>
            </a:r>
            <a:r>
              <a:rPr lang="en-US" altLang="ja-JP" dirty="0"/>
              <a:t>NFS </a:t>
            </a:r>
            <a:r>
              <a:rPr lang="ja-JP" altLang="en-US" dirty="0"/>
              <a:t>サーバーと </a:t>
            </a:r>
            <a:r>
              <a:rPr lang="en-US" altLang="ja-JP" dirty="0"/>
              <a:t>Storage Class </a:t>
            </a:r>
            <a:r>
              <a:rPr lang="ja-JP" altLang="en-US" dirty="0"/>
              <a:t>の準備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97F9C9A-47E0-741C-DC7B-B0880520A250}"/>
              </a:ext>
            </a:extLst>
          </p:cNvPr>
          <p:cNvSpPr/>
          <p:nvPr/>
        </p:nvSpPr>
        <p:spPr>
          <a:xfrm>
            <a:off x="4119157" y="725556"/>
            <a:ext cx="7747022" cy="2874503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2881FB5-F171-A9AC-7607-78B53DF5CA48}"/>
              </a:ext>
            </a:extLst>
          </p:cNvPr>
          <p:cNvSpPr/>
          <p:nvPr/>
        </p:nvSpPr>
        <p:spPr>
          <a:xfrm>
            <a:off x="3052353" y="4144346"/>
            <a:ext cx="6962504" cy="593117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AACF605-C8F8-3FC4-3823-7692F5EDB9A6}"/>
              </a:ext>
            </a:extLst>
          </p:cNvPr>
          <p:cNvSpPr/>
          <p:nvPr/>
        </p:nvSpPr>
        <p:spPr>
          <a:xfrm>
            <a:off x="7628709" y="4737463"/>
            <a:ext cx="2386148" cy="940526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吹き出し: 四角形 2">
            <a:extLst>
              <a:ext uri="{FF2B5EF4-FFF2-40B4-BE49-F238E27FC236}">
                <a16:creationId xmlns:a16="http://schemas.microsoft.com/office/drawing/2014/main" id="{7819EBA0-B4F1-5D95-F2BE-41BF023F0901}"/>
              </a:ext>
            </a:extLst>
          </p:cNvPr>
          <p:cNvSpPr/>
          <p:nvPr/>
        </p:nvSpPr>
        <p:spPr>
          <a:xfrm>
            <a:off x="9514390" y="2527165"/>
            <a:ext cx="2453832" cy="715263"/>
          </a:xfrm>
          <a:prstGeom prst="wedgeRectCallout">
            <a:avLst>
              <a:gd name="adj1" fmla="val 8725"/>
              <a:gd name="adj2" fmla="val 11343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Nutanix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Files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Storage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の用意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NFS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ファイル サーバー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NFS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共有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B1E62702-425A-1FD7-1A47-F9EC1B891917}"/>
              </a:ext>
            </a:extLst>
          </p:cNvPr>
          <p:cNvSpPr/>
          <p:nvPr/>
        </p:nvSpPr>
        <p:spPr>
          <a:xfrm>
            <a:off x="4017114" y="3084516"/>
            <a:ext cx="1822663" cy="431573"/>
          </a:xfrm>
          <a:prstGeom prst="wedgeRectCallout">
            <a:avLst>
              <a:gd name="adj1" fmla="val 8725"/>
              <a:gd name="adj2" fmla="val 94664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Storage Class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の作成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28759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D91D2-45DC-E874-7F40-34CBE8972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3AAE2C-7BB1-123D-6318-6F00DA963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NAI 2.6 | Part-05</a:t>
            </a:r>
            <a:r>
              <a:rPr lang="ja-JP" altLang="en-US" dirty="0"/>
              <a:t>：</a:t>
            </a:r>
            <a:r>
              <a:rPr lang="en-US" altLang="ja-JP" dirty="0"/>
              <a:t>NKP </a:t>
            </a:r>
            <a:r>
              <a:rPr lang="ja-JP" altLang="en-US" dirty="0"/>
              <a:t>管理クラスタへのライセンス キー追加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C24AE6B-A53E-4287-9A1C-94D3CB0A44DF}"/>
              </a:ext>
            </a:extLst>
          </p:cNvPr>
          <p:cNvSpPr/>
          <p:nvPr/>
        </p:nvSpPr>
        <p:spPr>
          <a:xfrm>
            <a:off x="4119157" y="725556"/>
            <a:ext cx="7747022" cy="2874503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4A21746-1DDD-A18F-C38C-263E505DAF94}"/>
              </a:ext>
            </a:extLst>
          </p:cNvPr>
          <p:cNvSpPr/>
          <p:nvPr/>
        </p:nvSpPr>
        <p:spPr>
          <a:xfrm>
            <a:off x="3052353" y="4144346"/>
            <a:ext cx="6962504" cy="593117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CF7F768-BBCC-42D8-9145-2CB58FC9C036}"/>
              </a:ext>
            </a:extLst>
          </p:cNvPr>
          <p:cNvSpPr/>
          <p:nvPr/>
        </p:nvSpPr>
        <p:spPr>
          <a:xfrm>
            <a:off x="7628709" y="4737463"/>
            <a:ext cx="2386148" cy="940526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吹き出し: 四角形 2">
            <a:extLst>
              <a:ext uri="{FF2B5EF4-FFF2-40B4-BE49-F238E27FC236}">
                <a16:creationId xmlns:a16="http://schemas.microsoft.com/office/drawing/2014/main" id="{19CABBB8-1F3A-C721-3FD8-E04A7EF19C00}"/>
              </a:ext>
            </a:extLst>
          </p:cNvPr>
          <p:cNvSpPr/>
          <p:nvPr/>
        </p:nvSpPr>
        <p:spPr>
          <a:xfrm>
            <a:off x="4017114" y="3084516"/>
            <a:ext cx="2499433" cy="431573"/>
          </a:xfrm>
          <a:prstGeom prst="wedgeRectCallout">
            <a:avLst>
              <a:gd name="adj1" fmla="val -33416"/>
              <a:gd name="adj2" fmla="val 94664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NKP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ライセンス キーの追加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9703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31C06-BD47-53B1-E9E8-1247A8603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68159F-9B2E-A844-D8E0-851508180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NAI 2.6 | Part-06</a:t>
            </a:r>
            <a:r>
              <a:rPr lang="ja-JP" altLang="en-US" dirty="0"/>
              <a:t>：要件ソフトウェアのインストール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B8CADBF-D2BB-593D-45CA-84696F0E62B3}"/>
              </a:ext>
            </a:extLst>
          </p:cNvPr>
          <p:cNvSpPr/>
          <p:nvPr/>
        </p:nvSpPr>
        <p:spPr>
          <a:xfrm>
            <a:off x="4119157" y="725556"/>
            <a:ext cx="7747022" cy="2874503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DD20608-29D4-90A0-F2E6-7905EE338308}"/>
              </a:ext>
            </a:extLst>
          </p:cNvPr>
          <p:cNvSpPr/>
          <p:nvPr/>
        </p:nvSpPr>
        <p:spPr>
          <a:xfrm>
            <a:off x="5590903" y="4144346"/>
            <a:ext cx="4423954" cy="593117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84FD86B-2A4C-6C11-804F-E9AFD092CF30}"/>
              </a:ext>
            </a:extLst>
          </p:cNvPr>
          <p:cNvSpPr/>
          <p:nvPr/>
        </p:nvSpPr>
        <p:spPr>
          <a:xfrm>
            <a:off x="7628709" y="4737463"/>
            <a:ext cx="2386148" cy="940526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吹き出し: 四角形 2">
            <a:extLst>
              <a:ext uri="{FF2B5EF4-FFF2-40B4-BE49-F238E27FC236}">
                <a16:creationId xmlns:a16="http://schemas.microsoft.com/office/drawing/2014/main" id="{7D595E37-6963-F960-13A5-547E75646BD1}"/>
              </a:ext>
            </a:extLst>
          </p:cNvPr>
          <p:cNvSpPr/>
          <p:nvPr/>
        </p:nvSpPr>
        <p:spPr>
          <a:xfrm>
            <a:off x="5476717" y="3429609"/>
            <a:ext cx="3910351" cy="401611"/>
          </a:xfrm>
          <a:prstGeom prst="wedgeRectCallout">
            <a:avLst>
              <a:gd name="adj1" fmla="val -45554"/>
              <a:gd name="adj2" fmla="val 161233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NAI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の前提要件となるソフトウェアのインストール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32FFAFC-FEC0-E9F2-850B-CC5D17405EDB}"/>
              </a:ext>
            </a:extLst>
          </p:cNvPr>
          <p:cNvSpPr/>
          <p:nvPr/>
        </p:nvSpPr>
        <p:spPr>
          <a:xfrm>
            <a:off x="3079784" y="4155921"/>
            <a:ext cx="2498626" cy="5931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6559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0B449-4CFF-F970-FE6F-BD6223BD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15BC03-B8EB-E249-68D0-4C8B91A2A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NAI 2.6 | Part-07</a:t>
            </a:r>
            <a:r>
              <a:rPr lang="ja-JP" altLang="en-US" dirty="0"/>
              <a:t>：</a:t>
            </a:r>
            <a:r>
              <a:rPr lang="en-US" altLang="ja-JP" dirty="0"/>
              <a:t>NAI </a:t>
            </a:r>
            <a:r>
              <a:rPr lang="ja-JP" altLang="en-US" dirty="0"/>
              <a:t>のインストール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7E7B69D-A085-6B4D-FC0A-086672D30ECE}"/>
              </a:ext>
            </a:extLst>
          </p:cNvPr>
          <p:cNvSpPr/>
          <p:nvPr/>
        </p:nvSpPr>
        <p:spPr>
          <a:xfrm>
            <a:off x="4119157" y="725556"/>
            <a:ext cx="7747022" cy="721107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168196A-DE35-4342-0B5E-04628852EC89}"/>
              </a:ext>
            </a:extLst>
          </p:cNvPr>
          <p:cNvSpPr/>
          <p:nvPr/>
        </p:nvSpPr>
        <p:spPr>
          <a:xfrm>
            <a:off x="6714699" y="4144346"/>
            <a:ext cx="3300158" cy="593117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9A5D625-BDBE-1C0F-840D-1F8AA384FFE9}"/>
              </a:ext>
            </a:extLst>
          </p:cNvPr>
          <p:cNvSpPr/>
          <p:nvPr/>
        </p:nvSpPr>
        <p:spPr>
          <a:xfrm>
            <a:off x="7628709" y="4737463"/>
            <a:ext cx="2386148" cy="940526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789C8E6-E9B3-82B4-AB8B-0431DFE6055E}"/>
              </a:ext>
            </a:extLst>
          </p:cNvPr>
          <p:cNvSpPr/>
          <p:nvPr/>
        </p:nvSpPr>
        <p:spPr>
          <a:xfrm>
            <a:off x="7359445" y="1556372"/>
            <a:ext cx="4172437" cy="1924247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4C44DEC3-8C76-276F-7241-C18B97681349}"/>
              </a:ext>
            </a:extLst>
          </p:cNvPr>
          <p:cNvSpPr/>
          <p:nvPr/>
        </p:nvSpPr>
        <p:spPr>
          <a:xfrm>
            <a:off x="6634187" y="3429609"/>
            <a:ext cx="2486665" cy="401611"/>
          </a:xfrm>
          <a:prstGeom prst="wedgeRectCallout">
            <a:avLst>
              <a:gd name="adj1" fmla="val -45554"/>
              <a:gd name="adj2" fmla="val 161233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NAI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のインストール・初期設定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D4DB218-4FBE-00FC-5DE2-C6FECFF4727F}"/>
              </a:ext>
            </a:extLst>
          </p:cNvPr>
          <p:cNvSpPr/>
          <p:nvPr/>
        </p:nvSpPr>
        <p:spPr>
          <a:xfrm>
            <a:off x="5590572" y="4155921"/>
            <a:ext cx="1099008" cy="5931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88839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1F10B-4643-2F0E-47DE-4F01A372A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EC3EED-890D-AF09-A2B0-7D6719018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NAI 2.6 | Part-08</a:t>
            </a:r>
            <a:r>
              <a:rPr lang="ja-JP" altLang="en-US" dirty="0"/>
              <a:t>：</a:t>
            </a:r>
            <a:r>
              <a:rPr lang="en-US" altLang="ja-JP" dirty="0"/>
              <a:t>NAI </a:t>
            </a:r>
            <a:r>
              <a:rPr lang="ja-JP" altLang="en-US" dirty="0"/>
              <a:t>の動作確認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4ACFDA7-1241-562A-D18F-775CB04CC821}"/>
              </a:ext>
            </a:extLst>
          </p:cNvPr>
          <p:cNvSpPr/>
          <p:nvPr/>
        </p:nvSpPr>
        <p:spPr>
          <a:xfrm>
            <a:off x="8576187" y="4144346"/>
            <a:ext cx="1438670" cy="593117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1E3CB94-C7FB-17FC-FA74-08AC177F03B4}"/>
              </a:ext>
            </a:extLst>
          </p:cNvPr>
          <p:cNvSpPr/>
          <p:nvPr/>
        </p:nvSpPr>
        <p:spPr>
          <a:xfrm>
            <a:off x="7628709" y="4737463"/>
            <a:ext cx="2386148" cy="940526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E90A5BA-8F87-891F-6F8C-328AF2F55220}"/>
              </a:ext>
            </a:extLst>
          </p:cNvPr>
          <p:cNvSpPr/>
          <p:nvPr/>
        </p:nvSpPr>
        <p:spPr>
          <a:xfrm>
            <a:off x="9328355" y="1556372"/>
            <a:ext cx="2203527" cy="504839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3AB3C0A-2333-6A9D-1477-D1C19446D683}"/>
              </a:ext>
            </a:extLst>
          </p:cNvPr>
          <p:cNvSpPr/>
          <p:nvPr/>
        </p:nvSpPr>
        <p:spPr>
          <a:xfrm>
            <a:off x="8821784" y="2208815"/>
            <a:ext cx="801540" cy="445513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E8FDC69-5B90-DB3A-4DDC-6BAA5EA2F00E}"/>
              </a:ext>
            </a:extLst>
          </p:cNvPr>
          <p:cNvSpPr/>
          <p:nvPr/>
        </p:nvSpPr>
        <p:spPr>
          <a:xfrm>
            <a:off x="8642346" y="2901834"/>
            <a:ext cx="885112" cy="445513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6CA81D14-607C-DD0C-2B97-74E380DDE665}"/>
              </a:ext>
            </a:extLst>
          </p:cNvPr>
          <p:cNvSpPr/>
          <p:nvPr/>
        </p:nvSpPr>
        <p:spPr>
          <a:xfrm>
            <a:off x="2164467" y="787157"/>
            <a:ext cx="2083442" cy="691603"/>
          </a:xfrm>
          <a:prstGeom prst="wedgeRectCallout">
            <a:avLst>
              <a:gd name="adj1" fmla="val 64143"/>
              <a:gd name="adj2" fmla="val 48267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NAI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の動作確認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・モデルのインポート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・エンドポイントの作成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4AE38D8-8171-FED3-F343-963113C40C69}"/>
              </a:ext>
            </a:extLst>
          </p:cNvPr>
          <p:cNvSpPr/>
          <p:nvPr/>
        </p:nvSpPr>
        <p:spPr>
          <a:xfrm>
            <a:off x="7418135" y="2824308"/>
            <a:ext cx="3996430" cy="5931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644E02F-CD19-10EA-1A69-AD91544216A9}"/>
              </a:ext>
            </a:extLst>
          </p:cNvPr>
          <p:cNvSpPr/>
          <p:nvPr/>
        </p:nvSpPr>
        <p:spPr>
          <a:xfrm>
            <a:off x="7782577" y="2130519"/>
            <a:ext cx="3631988" cy="5931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04157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EC1BE-4FE9-F559-61CB-E2B5BC378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97A99E-6C7A-E14F-BB5A-F253F8786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NAI 2.6 | Part-09</a:t>
            </a:r>
            <a:r>
              <a:rPr lang="ja-JP" altLang="en-US" dirty="0"/>
              <a:t>：</a:t>
            </a:r>
            <a:r>
              <a:rPr lang="en-US" altLang="ja-JP" dirty="0"/>
              <a:t>GPU</a:t>
            </a:r>
            <a:r>
              <a:rPr lang="ja-JP" altLang="en-US" dirty="0"/>
              <a:t> ノード プールの追加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71AA132-A9D9-378A-7AB5-5E0672550329}"/>
              </a:ext>
            </a:extLst>
          </p:cNvPr>
          <p:cNvSpPr/>
          <p:nvPr/>
        </p:nvSpPr>
        <p:spPr>
          <a:xfrm>
            <a:off x="6714699" y="4144346"/>
            <a:ext cx="3300158" cy="593117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96560ED-4EB6-684B-2C5D-5A5B892C1998}"/>
              </a:ext>
            </a:extLst>
          </p:cNvPr>
          <p:cNvSpPr/>
          <p:nvPr/>
        </p:nvSpPr>
        <p:spPr>
          <a:xfrm>
            <a:off x="9328355" y="1556372"/>
            <a:ext cx="2203527" cy="504839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DEFC7EF-99A9-D578-FBDD-97FF28B2A9E0}"/>
              </a:ext>
            </a:extLst>
          </p:cNvPr>
          <p:cNvSpPr/>
          <p:nvPr/>
        </p:nvSpPr>
        <p:spPr>
          <a:xfrm>
            <a:off x="8821784" y="2208815"/>
            <a:ext cx="801540" cy="445513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66AB1A2-BA82-D9B9-9FAA-FB4E02915C64}"/>
              </a:ext>
            </a:extLst>
          </p:cNvPr>
          <p:cNvSpPr/>
          <p:nvPr/>
        </p:nvSpPr>
        <p:spPr>
          <a:xfrm>
            <a:off x="8642346" y="2901834"/>
            <a:ext cx="885112" cy="445513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02077AF-6554-B82E-6938-D3F1CE41684D}"/>
              </a:ext>
            </a:extLst>
          </p:cNvPr>
          <p:cNvSpPr/>
          <p:nvPr/>
        </p:nvSpPr>
        <p:spPr>
          <a:xfrm>
            <a:off x="7653588" y="4762983"/>
            <a:ext cx="2323531" cy="8854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4E76791F-D098-A8F7-E5DD-80B7C299FB09}"/>
              </a:ext>
            </a:extLst>
          </p:cNvPr>
          <p:cNvSpPr/>
          <p:nvPr/>
        </p:nvSpPr>
        <p:spPr>
          <a:xfrm>
            <a:off x="7990948" y="3478823"/>
            <a:ext cx="2141608" cy="891818"/>
          </a:xfrm>
          <a:prstGeom prst="wedgeRectCallout">
            <a:avLst>
              <a:gd name="adj1" fmla="val 8372"/>
              <a:gd name="adj2" fmla="val 91873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GPU 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ノード プールの追加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OS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イメージ作成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GPU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ノード プール追加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GPU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ノードの 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Taint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設定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1189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D384F-7FE6-1CED-1B6B-338B082CF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CCEF1F-D3D0-0673-7455-504CEA2E5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NAI 2.6 | Part-10</a:t>
            </a:r>
            <a:r>
              <a:rPr lang="ja-JP" altLang="en-US" dirty="0"/>
              <a:t>：</a:t>
            </a:r>
            <a:r>
              <a:rPr lang="en-US" altLang="ja-JP" dirty="0"/>
              <a:t>NAI</a:t>
            </a:r>
            <a:r>
              <a:rPr lang="ja-JP" altLang="en-US" dirty="0"/>
              <a:t> の動作確認（</a:t>
            </a:r>
            <a:r>
              <a:rPr lang="en-US" altLang="ja-JP" dirty="0"/>
              <a:t>GPU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D09D014-D5ED-2922-1C95-5337484DFC17}"/>
              </a:ext>
            </a:extLst>
          </p:cNvPr>
          <p:cNvSpPr/>
          <p:nvPr/>
        </p:nvSpPr>
        <p:spPr>
          <a:xfrm>
            <a:off x="9328355" y="1556372"/>
            <a:ext cx="2203527" cy="504839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46C8F160-A3A4-DAD8-A92D-1EFDDE6AC12D}"/>
              </a:ext>
            </a:extLst>
          </p:cNvPr>
          <p:cNvSpPr/>
          <p:nvPr/>
        </p:nvSpPr>
        <p:spPr>
          <a:xfrm>
            <a:off x="9449802" y="1463450"/>
            <a:ext cx="1842030" cy="458945"/>
          </a:xfrm>
          <a:prstGeom prst="wedgeRectCallout">
            <a:avLst>
              <a:gd name="adj1" fmla="val -41062"/>
              <a:gd name="adj2" fmla="val 11584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GPU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を利用する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エンドポイントの作成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D2CA267-5417-75D2-01D1-E7A4447C0EE1}"/>
              </a:ext>
            </a:extLst>
          </p:cNvPr>
          <p:cNvSpPr/>
          <p:nvPr/>
        </p:nvSpPr>
        <p:spPr>
          <a:xfrm>
            <a:off x="8621004" y="4182951"/>
            <a:ext cx="828798" cy="3579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687B311-1883-2037-6752-EEC8B83A5DAE}"/>
              </a:ext>
            </a:extLst>
          </p:cNvPr>
          <p:cNvSpPr/>
          <p:nvPr/>
        </p:nvSpPr>
        <p:spPr>
          <a:xfrm>
            <a:off x="8904648" y="2242523"/>
            <a:ext cx="702339" cy="4016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57B1314-F629-27CF-941E-BD83FBBCD025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 flipH="1">
            <a:off x="9035403" y="2644134"/>
            <a:ext cx="220415" cy="1538817"/>
          </a:xfrm>
          <a:prstGeom prst="line">
            <a:avLst/>
          </a:prstGeom>
          <a:ln w="28575">
            <a:solidFill>
              <a:srgbClr val="FF0000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049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5F94E-4ECC-1501-FFCD-B411BFC49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6F37AB-7DBC-F8CD-881E-FBCBB768E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NAI 2.6 | Part-11</a:t>
            </a:r>
            <a:r>
              <a:rPr lang="ja-JP" altLang="en-US" dirty="0"/>
              <a:t>：</a:t>
            </a:r>
            <a:r>
              <a:rPr lang="en-US" altLang="ja-JP" dirty="0"/>
              <a:t>NAI</a:t>
            </a:r>
            <a:r>
              <a:rPr lang="ja-JP" altLang="en-US" dirty="0"/>
              <a:t> </a:t>
            </a:r>
            <a:r>
              <a:rPr lang="en-US" altLang="ja-JP" dirty="0"/>
              <a:t>Labs</a:t>
            </a:r>
            <a:r>
              <a:rPr lang="ja-JP" altLang="en-US" dirty="0"/>
              <a:t> による動作確認</a:t>
            </a:r>
            <a:endParaRPr kumimoji="1" lang="ja-JP" altLang="en-US" dirty="0"/>
          </a:p>
        </p:txBody>
      </p:sp>
      <p:sp>
        <p:nvSpPr>
          <p:cNvPr id="3" name="吹き出し: 四角形 2">
            <a:extLst>
              <a:ext uri="{FF2B5EF4-FFF2-40B4-BE49-F238E27FC236}">
                <a16:creationId xmlns:a16="http://schemas.microsoft.com/office/drawing/2014/main" id="{2A15E4DF-6498-7F09-49FB-EEFCED1EE858}"/>
              </a:ext>
            </a:extLst>
          </p:cNvPr>
          <p:cNvSpPr/>
          <p:nvPr/>
        </p:nvSpPr>
        <p:spPr>
          <a:xfrm>
            <a:off x="9985291" y="738129"/>
            <a:ext cx="1956121" cy="458945"/>
          </a:xfrm>
          <a:prstGeom prst="wedgeRectCallout">
            <a:avLst>
              <a:gd name="adj1" fmla="val 5059"/>
              <a:gd name="adj2" fmla="val 13097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NAI Labs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による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エンドポイント動作確認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736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5CD25-9574-56F5-EB21-303076EBA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A7734B-8D2A-3397-79D6-84F4F5590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NAI 2.6 | Part-12</a:t>
            </a:r>
            <a:r>
              <a:rPr lang="ja-JP" altLang="en-US" dirty="0"/>
              <a:t>：</a:t>
            </a:r>
            <a:r>
              <a:rPr lang="en-US" altLang="ja-JP" dirty="0"/>
              <a:t>NAI</a:t>
            </a:r>
            <a:r>
              <a:rPr lang="ja-JP" altLang="en-US"/>
              <a:t> ライセンス キーの追加</a:t>
            </a:r>
            <a:endParaRPr kumimoji="1" lang="ja-JP" altLang="en-US" dirty="0"/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957EE883-6BD5-C79D-BED0-D100F481EB69}"/>
              </a:ext>
            </a:extLst>
          </p:cNvPr>
          <p:cNvSpPr/>
          <p:nvPr/>
        </p:nvSpPr>
        <p:spPr>
          <a:xfrm>
            <a:off x="2762688" y="891679"/>
            <a:ext cx="2133403" cy="379294"/>
          </a:xfrm>
          <a:prstGeom prst="wedgeRectCallout">
            <a:avLst>
              <a:gd name="adj1" fmla="val 33271"/>
              <a:gd name="adj2" fmla="val 10587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NAI 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ライセンス キーの追加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85579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ysClr val="windowText" lastClr="000000"/>
      </a:dk1>
      <a:lt1>
        <a:sysClr val="window" lastClr="FFFFFF"/>
      </a:lt1>
      <a:dk2>
        <a:srgbClr val="7F7F7F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 sz="2000" dirty="0" smtClean="0">
            <a:latin typeface="メイリオ" panose="020B0604030504040204" pitchFamily="50" charset="-128"/>
            <a:ea typeface="メイリオ" panose="020B0604030504040204" pitchFamily="50" charset="-128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lnDef>
      <a:spPr>
        <a:ln w="5715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19050"/>
      </a:spPr>
      <a:bodyPr wrap="square" rtlCol="0">
        <a:noAutofit/>
      </a:bodyPr>
      <a:lstStyle>
        <a:defPPr algn="l">
          <a:defRPr kumimoji="1" sz="2000" dirty="0" smtClean="0">
            <a:latin typeface="メイリオ" panose="020B0604030504040204" pitchFamily="50" charset="-128"/>
            <a:ea typeface="メイリオ" panose="020B0604030504040204" pitchFamily="50" charset="-128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プレゼンテーション1" id="{20FE7CA5-049E-4E57-89B1-5DDB5D195BBB}" vid="{E899C4B0-ABD2-434C-B9D8-30FD50B0EDC7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gowatana_20201101-01</Template>
  <TotalTime>77508</TotalTime>
  <Words>278</Words>
  <Application>Microsoft Office PowerPoint</Application>
  <PresentationFormat>ワイド画面</PresentationFormat>
  <Paragraphs>55</Paragraphs>
  <Slides>13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9" baseType="lpstr">
      <vt:lpstr>メイリオ</vt:lpstr>
      <vt:lpstr>游ゴシック</vt:lpstr>
      <vt:lpstr>Arial</vt:lpstr>
      <vt:lpstr>Calibri</vt:lpstr>
      <vt:lpstr>Wingdings</vt:lpstr>
      <vt:lpstr>Office テーマ</vt:lpstr>
      <vt:lpstr>Nutanix Enterprise AI（NAI）2.6 ラボ | ブログの流れ</vt:lpstr>
      <vt:lpstr>NAI 2.6 | Part-01：前提インフラの準備</vt:lpstr>
      <vt:lpstr>NAI 2.6 | Part-02：作業用マシンの準備</vt:lpstr>
      <vt:lpstr>NAI 2.6 | Part-03：NKP 管理クラスタの展開</vt:lpstr>
      <vt:lpstr>NAI 2.6 | Part-04：NFS サーバーと Storage Class の準備</vt:lpstr>
      <vt:lpstr>NAI 2.6 | Part-05：NKP 管理クラスタへのライセンス キー追加</vt:lpstr>
      <vt:lpstr>NAI 2.6 | Part-06：要件ソフトウェアのインストール</vt:lpstr>
      <vt:lpstr>NAI 2.6 | Part-07：NAI のインストール</vt:lpstr>
      <vt:lpstr>NAI 2.6 | Part-08：NAI の動作確認</vt:lpstr>
      <vt:lpstr>NAI 2.6 | Part-09：GPU ノード プールの追加</vt:lpstr>
      <vt:lpstr>NAI 2.6 | Part-10：NAI の動作確認（GPU）</vt:lpstr>
      <vt:lpstr>NAI 2.6 | Part-11：NAI Labs による動作確認</vt:lpstr>
      <vt:lpstr>NAI 2.6 | Part-12：NAI ライセンス キーの追加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 Go</dc:creator>
  <cp:lastModifiedBy>Go Watanabe</cp:lastModifiedBy>
  <cp:revision>11</cp:revision>
  <dcterms:created xsi:type="dcterms:W3CDTF">2021-03-23T12:56:58Z</dcterms:created>
  <dcterms:modified xsi:type="dcterms:W3CDTF">2026-05-06T12:15:41Z</dcterms:modified>
</cp:coreProperties>
</file>