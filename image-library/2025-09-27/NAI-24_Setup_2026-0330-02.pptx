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1309" r:id="rId2"/>
    <p:sldId id="1310" r:id="rId3"/>
    <p:sldId id="1312" r:id="rId4"/>
    <p:sldId id="1313" r:id="rId5"/>
    <p:sldId id="1314" r:id="rId6"/>
    <p:sldId id="1315" r:id="rId7"/>
    <p:sldId id="1318" r:id="rId8"/>
    <p:sldId id="1319" r:id="rId9"/>
    <p:sldId id="1320" r:id="rId10"/>
    <p:sldId id="1321" r:id="rId11"/>
    <p:sldId id="1311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CC99"/>
    <a:srgbClr val="D20F35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27" autoAdjust="0"/>
    <p:restoredTop sz="94262" autoAdjust="0"/>
  </p:normalViewPr>
  <p:slideViewPr>
    <p:cSldViewPr snapToGrid="0">
      <p:cViewPr varScale="1">
        <p:scale>
          <a:sx n="119" d="100"/>
          <a:sy n="119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1040"/>
    </p:cViewPr>
  </p:sorterViewPr>
  <p:notesViewPr>
    <p:cSldViewPr snapToGrid="0">
      <p:cViewPr varScale="1">
        <p:scale>
          <a:sx n="67" d="100"/>
          <a:sy n="67" d="100"/>
        </p:scale>
        <p:origin x="375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 Watanabe" userId="eca159047afb4479" providerId="LiveId" clId="{C8CBD94C-A8AB-4123-9D80-86814A7DE591}"/>
    <pc:docChg chg="undo custSel addSld delSld modSld sldOrd modMainMaster addSection delSection modSection">
      <pc:chgData name="Go Watanabe" userId="eca159047afb4479" providerId="LiveId" clId="{C8CBD94C-A8AB-4123-9D80-86814A7DE591}" dt="2026-04-27T17:25:56.328" v="4000" actId="17853"/>
      <pc:docMkLst>
        <pc:docMk/>
      </pc:docMkLst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1525523586" sldId="1268"/>
        </pc:sldMkLst>
      </pc:sldChg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2290399293" sldId="1269"/>
        </pc:sldMkLst>
      </pc:sldChg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2549194732" sldId="1271"/>
        </pc:sldMkLst>
      </pc:sldChg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1360651154" sldId="1273"/>
        </pc:sldMkLst>
      </pc:sldChg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170254859" sldId="1301"/>
        </pc:sldMkLst>
      </pc:sldChg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3683429585" sldId="1302"/>
        </pc:sldMkLst>
      </pc:sldChg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3037145546" sldId="1306"/>
        </pc:sldMkLst>
      </pc:sldChg>
      <pc:sldChg chg="del">
        <pc:chgData name="Go Watanabe" userId="eca159047afb4479" providerId="LiveId" clId="{C8CBD94C-A8AB-4123-9D80-86814A7DE591}" dt="2026-04-27T17:25:49.932" v="3999" actId="47"/>
        <pc:sldMkLst>
          <pc:docMk/>
          <pc:sldMk cId="3734072228" sldId="1307"/>
        </pc:sldMkLst>
      </pc:sldChg>
      <pc:sldChg chg="modSp mod">
        <pc:chgData name="Go Watanabe" userId="eca159047afb4479" providerId="LiveId" clId="{C8CBD94C-A8AB-4123-9D80-86814A7DE591}" dt="2026-04-27T17:18:29.511" v="3998" actId="20577"/>
        <pc:sldMkLst>
          <pc:docMk/>
          <pc:sldMk cId="388179258" sldId="1309"/>
        </pc:sldMkLst>
        <pc:spChg chg="mod">
          <ac:chgData name="Go Watanabe" userId="eca159047afb4479" providerId="LiveId" clId="{C8CBD94C-A8AB-4123-9D80-86814A7DE591}" dt="2026-04-27T17:18:29.511" v="3998" actId="20577"/>
          <ac:spMkLst>
            <pc:docMk/>
            <pc:sldMk cId="388179258" sldId="1309"/>
            <ac:spMk id="2" creationId="{9FAD8E0B-8418-2314-6761-F5EBA5BF6CD9}"/>
          </ac:spMkLst>
        </pc:spChg>
      </pc:sldChg>
      <pc:sldChg chg="addSp delSp modSp new mod">
        <pc:chgData name="Go Watanabe" userId="eca159047afb4479" providerId="LiveId" clId="{C8CBD94C-A8AB-4123-9D80-86814A7DE591}" dt="2026-03-30T08:02:25.200" v="2966" actId="14100"/>
        <pc:sldMkLst>
          <pc:docMk/>
          <pc:sldMk cId="1704507243" sldId="1310"/>
        </pc:sldMkLst>
        <pc:spChg chg="mod">
          <ac:chgData name="Go Watanabe" userId="eca159047afb4479" providerId="LiveId" clId="{C8CBD94C-A8AB-4123-9D80-86814A7DE591}" dt="2026-03-30T02:25:29.555" v="2392"/>
          <ac:spMkLst>
            <pc:docMk/>
            <pc:sldMk cId="1704507243" sldId="1310"/>
            <ac:spMk id="2" creationId="{FA5A52D3-7B5E-CCFA-8436-FEFC13BDD9CD}"/>
          </ac:spMkLst>
        </pc:spChg>
        <pc:spChg chg="add mod">
          <ac:chgData name="Go Watanabe" userId="eca159047afb4479" providerId="LiveId" clId="{C8CBD94C-A8AB-4123-9D80-86814A7DE591}" dt="2026-03-30T02:36:15.623" v="2534" actId="14100"/>
          <ac:spMkLst>
            <pc:docMk/>
            <pc:sldMk cId="1704507243" sldId="1310"/>
            <ac:spMk id="5" creationId="{E3223B8D-5549-24F1-487D-38264CF8F480}"/>
          </ac:spMkLst>
        </pc:spChg>
        <pc:spChg chg="add mod">
          <ac:chgData name="Go Watanabe" userId="eca159047afb4479" providerId="LiveId" clId="{C8CBD94C-A8AB-4123-9D80-86814A7DE591}" dt="2026-03-30T02:36:19.094" v="2535" actId="14100"/>
          <ac:spMkLst>
            <pc:docMk/>
            <pc:sldMk cId="1704507243" sldId="1310"/>
            <ac:spMk id="6" creationId="{D45F678D-428D-2D65-6719-5A58B7D41CFC}"/>
          </ac:spMkLst>
        </pc:spChg>
        <pc:spChg chg="add mod">
          <ac:chgData name="Go Watanabe" userId="eca159047afb4479" providerId="LiveId" clId="{C8CBD94C-A8AB-4123-9D80-86814A7DE591}" dt="2026-03-30T08:02:16.659" v="2965" actId="14100"/>
          <ac:spMkLst>
            <pc:docMk/>
            <pc:sldMk cId="1704507243" sldId="1310"/>
            <ac:spMk id="7" creationId="{99A68264-09B1-F65D-F80F-4808CB47C2DD}"/>
          </ac:spMkLst>
        </pc:spChg>
        <pc:spChg chg="add mod">
          <ac:chgData name="Go Watanabe" userId="eca159047afb4479" providerId="LiveId" clId="{C8CBD94C-A8AB-4123-9D80-86814A7DE591}" dt="2026-03-30T07:55:55.237" v="2763" actId="14100"/>
          <ac:spMkLst>
            <pc:docMk/>
            <pc:sldMk cId="1704507243" sldId="1310"/>
            <ac:spMk id="8" creationId="{5CBE6B45-C0C6-FE89-ACBE-4C164F74562C}"/>
          </ac:spMkLst>
        </pc:spChg>
        <pc:spChg chg="add mod">
          <ac:chgData name="Go Watanabe" userId="eca159047afb4479" providerId="LiveId" clId="{C8CBD94C-A8AB-4123-9D80-86814A7DE591}" dt="2026-03-30T08:02:25.200" v="2966" actId="14100"/>
          <ac:spMkLst>
            <pc:docMk/>
            <pc:sldMk cId="1704507243" sldId="1310"/>
            <ac:spMk id="9" creationId="{78090541-87C3-D1F6-31B9-A3440F9C5A50}"/>
          </ac:spMkLst>
        </pc:spChg>
      </pc:sldChg>
      <pc:sldChg chg="addSp modSp add mod ord">
        <pc:chgData name="Go Watanabe" userId="eca159047afb4479" providerId="LiveId" clId="{C8CBD94C-A8AB-4123-9D80-86814A7DE591}" dt="2026-03-30T02:35:14.003" v="2530" actId="14100"/>
        <pc:sldMkLst>
          <pc:docMk/>
          <pc:sldMk cId="2179451043" sldId="1311"/>
        </pc:sldMkLst>
        <pc:spChg chg="mod">
          <ac:chgData name="Go Watanabe" userId="eca159047afb4479" providerId="LiveId" clId="{C8CBD94C-A8AB-4123-9D80-86814A7DE591}" dt="2026-03-30T02:33:28.027" v="2509" actId="20577"/>
          <ac:spMkLst>
            <pc:docMk/>
            <pc:sldMk cId="2179451043" sldId="1311"/>
            <ac:spMk id="2" creationId="{B894B7B0-B4D7-8924-D769-9FFE989DCAAD}"/>
          </ac:spMkLst>
        </pc:spChg>
        <pc:spChg chg="add mod">
          <ac:chgData name="Go Watanabe" userId="eca159047afb4479" providerId="LiveId" clId="{C8CBD94C-A8AB-4123-9D80-86814A7DE591}" dt="2026-03-30T02:34:48.159" v="2526" actId="1038"/>
          <ac:spMkLst>
            <pc:docMk/>
            <pc:sldMk cId="2179451043" sldId="1311"/>
            <ac:spMk id="3" creationId="{21FEAE38-EC0D-6F68-7F6D-2F2E04A69DAA}"/>
          </ac:spMkLst>
        </pc:spChg>
        <pc:spChg chg="add mod">
          <ac:chgData name="Go Watanabe" userId="eca159047afb4479" providerId="LiveId" clId="{C8CBD94C-A8AB-4123-9D80-86814A7DE591}" dt="2026-03-30T02:35:14.003" v="2530" actId="14100"/>
          <ac:spMkLst>
            <pc:docMk/>
            <pc:sldMk cId="2179451043" sldId="1311"/>
            <ac:spMk id="5" creationId="{F4F59D08-8945-E6D0-30F8-05A075DE26F4}"/>
          </ac:spMkLst>
        </pc:spChg>
        <pc:spChg chg="add mod">
          <ac:chgData name="Go Watanabe" userId="eca159047afb4479" providerId="LiveId" clId="{C8CBD94C-A8AB-4123-9D80-86814A7DE591}" dt="2026-03-30T02:31:02.379" v="2471" actId="14100"/>
          <ac:spMkLst>
            <pc:docMk/>
            <pc:sldMk cId="2179451043" sldId="1311"/>
            <ac:spMk id="6" creationId="{D141BE22-389B-5A74-B414-5A8A2ECE9FF3}"/>
          </ac:spMkLst>
        </pc:spChg>
        <pc:spChg chg="add mod">
          <ac:chgData name="Go Watanabe" userId="eca159047afb4479" providerId="LiveId" clId="{C8CBD94C-A8AB-4123-9D80-86814A7DE591}" dt="2026-03-30T02:31:11.127" v="2473" actId="14100"/>
          <ac:spMkLst>
            <pc:docMk/>
            <pc:sldMk cId="2179451043" sldId="1311"/>
            <ac:spMk id="7" creationId="{2B253D95-EA18-4FFF-CE33-67F43BD7452C}"/>
          </ac:spMkLst>
        </pc:spChg>
        <pc:spChg chg="add mod">
          <ac:chgData name="Go Watanabe" userId="eca159047afb4479" providerId="LiveId" clId="{C8CBD94C-A8AB-4123-9D80-86814A7DE591}" dt="2026-03-30T02:31:57.052" v="2481" actId="14100"/>
          <ac:spMkLst>
            <pc:docMk/>
            <pc:sldMk cId="2179451043" sldId="1311"/>
            <ac:spMk id="8" creationId="{9A4C072B-03D9-2417-5551-19D2A35C353C}"/>
          </ac:spMkLst>
        </pc:spChg>
        <pc:spChg chg="add mod">
          <ac:chgData name="Go Watanabe" userId="eca159047afb4479" providerId="LiveId" clId="{C8CBD94C-A8AB-4123-9D80-86814A7DE591}" dt="2026-03-30T02:33:04.683" v="2484" actId="14100"/>
          <ac:spMkLst>
            <pc:docMk/>
            <pc:sldMk cId="2179451043" sldId="1311"/>
            <ac:spMk id="9" creationId="{14463495-5A8E-755A-D8C6-883B0F30AD18}"/>
          </ac:spMkLst>
        </pc:spChg>
        <pc:spChg chg="add mod">
          <ac:chgData name="Go Watanabe" userId="eca159047afb4479" providerId="LiveId" clId="{C8CBD94C-A8AB-4123-9D80-86814A7DE591}" dt="2026-03-30T02:31:53.792" v="2480" actId="14100"/>
          <ac:spMkLst>
            <pc:docMk/>
            <pc:sldMk cId="2179451043" sldId="1311"/>
            <ac:spMk id="10" creationId="{01101C63-FBFD-E5E8-96CD-66C0E96057DB}"/>
          </ac:spMkLst>
        </pc:spChg>
        <pc:spChg chg="add mod">
          <ac:chgData name="Go Watanabe" userId="eca159047afb4479" providerId="LiveId" clId="{C8CBD94C-A8AB-4123-9D80-86814A7DE591}" dt="2026-03-30T02:33:45.182" v="2511" actId="14100"/>
          <ac:spMkLst>
            <pc:docMk/>
            <pc:sldMk cId="2179451043" sldId="1311"/>
            <ac:spMk id="11" creationId="{6A4E7A4A-5D89-0E15-0C8D-FC32A272C093}"/>
          </ac:spMkLst>
        </pc:spChg>
      </pc:sldChg>
      <pc:sldChg chg="addSp delSp modSp new mod">
        <pc:chgData name="Go Watanabe" userId="eca159047afb4479" providerId="LiveId" clId="{C8CBD94C-A8AB-4123-9D80-86814A7DE591}" dt="2026-03-30T08:25:36.648" v="3571" actId="14100"/>
        <pc:sldMkLst>
          <pc:docMk/>
          <pc:sldMk cId="2367632704" sldId="1312"/>
        </pc:sldMkLst>
        <pc:spChg chg="mod">
          <ac:chgData name="Go Watanabe" userId="eca159047afb4479" providerId="LiveId" clId="{C8CBD94C-A8AB-4123-9D80-86814A7DE591}" dt="2026-03-30T02:38:29.246" v="2555"/>
          <ac:spMkLst>
            <pc:docMk/>
            <pc:sldMk cId="2367632704" sldId="1312"/>
            <ac:spMk id="2" creationId="{C1F660D4-25B9-18E7-7AA6-B9A29BC3B35B}"/>
          </ac:spMkLst>
        </pc:spChg>
        <pc:spChg chg="add mod">
          <ac:chgData name="Go Watanabe" userId="eca159047afb4479" providerId="LiveId" clId="{C8CBD94C-A8AB-4123-9D80-86814A7DE591}" dt="2026-03-30T08:11:52.587" v="3083" actId="14100"/>
          <ac:spMkLst>
            <pc:docMk/>
            <pc:sldMk cId="2367632704" sldId="1312"/>
            <ac:spMk id="3" creationId="{9417CC7A-8AA2-E18E-BAFB-BB5E0B50F4ED}"/>
          </ac:spMkLst>
        </pc:spChg>
        <pc:spChg chg="add mod">
          <ac:chgData name="Go Watanabe" userId="eca159047afb4479" providerId="LiveId" clId="{C8CBD94C-A8AB-4123-9D80-86814A7DE591}" dt="2026-03-30T02:36:32.863" v="2537"/>
          <ac:spMkLst>
            <pc:docMk/>
            <pc:sldMk cId="2367632704" sldId="1312"/>
            <ac:spMk id="4" creationId="{F2F74A6E-0DF2-3281-5F3A-7D47D67C4B88}"/>
          </ac:spMkLst>
        </pc:spChg>
        <pc:spChg chg="add mod">
          <ac:chgData name="Go Watanabe" userId="eca159047afb4479" providerId="LiveId" clId="{C8CBD94C-A8AB-4123-9D80-86814A7DE591}" dt="2026-03-30T08:25:36.648" v="3571" actId="14100"/>
          <ac:spMkLst>
            <pc:docMk/>
            <pc:sldMk cId="2367632704" sldId="1312"/>
            <ac:spMk id="5" creationId="{94D3967A-40B1-539B-0FF9-D030CDEAF62C}"/>
          </ac:spMkLst>
        </pc:spChg>
        <pc:spChg chg="add mod">
          <ac:chgData name="Go Watanabe" userId="eca159047afb4479" providerId="LiveId" clId="{C8CBD94C-A8AB-4123-9D80-86814A7DE591}" dt="2026-03-30T08:12:02.292" v="3089" actId="20577"/>
          <ac:spMkLst>
            <pc:docMk/>
            <pc:sldMk cId="2367632704" sldId="1312"/>
            <ac:spMk id="6" creationId="{815BE6A6-2E3C-AA06-9C9B-41E39015C2DE}"/>
          </ac:spMkLst>
        </pc:spChg>
        <pc:spChg chg="add mod">
          <ac:chgData name="Go Watanabe" userId="eca159047afb4479" providerId="LiveId" clId="{C8CBD94C-A8AB-4123-9D80-86814A7DE591}" dt="2026-03-30T08:25:26.349" v="3570" actId="1035"/>
          <ac:spMkLst>
            <pc:docMk/>
            <pc:sldMk cId="2367632704" sldId="1312"/>
            <ac:spMk id="7" creationId="{B7FF7123-A62F-5AB9-FE63-0F3D9DCA12B0}"/>
          </ac:spMkLst>
        </pc:spChg>
      </pc:sldChg>
      <pc:sldChg chg="addSp modSp add mod">
        <pc:chgData name="Go Watanabe" userId="eca159047afb4479" providerId="LiveId" clId="{C8CBD94C-A8AB-4123-9D80-86814A7DE591}" dt="2026-03-30T08:21:52.947" v="3405" actId="14100"/>
        <pc:sldMkLst>
          <pc:docMk/>
          <pc:sldMk cId="3592161141" sldId="1313"/>
        </pc:sldMkLst>
        <pc:spChg chg="mod">
          <ac:chgData name="Go Watanabe" userId="eca159047afb4479" providerId="LiveId" clId="{C8CBD94C-A8AB-4123-9D80-86814A7DE591}" dt="2026-03-30T02:38:41.996" v="2556"/>
          <ac:spMkLst>
            <pc:docMk/>
            <pc:sldMk cId="3592161141" sldId="1313"/>
            <ac:spMk id="2" creationId="{7087BB9F-5A4F-E77B-B9E6-F276BECECC1E}"/>
          </ac:spMkLst>
        </pc:spChg>
        <pc:spChg chg="add mod">
          <ac:chgData name="Go Watanabe" userId="eca159047afb4479" providerId="LiveId" clId="{C8CBD94C-A8AB-4123-9D80-86814A7DE591}" dt="2026-03-30T02:39:20.151" v="2561" actId="14100"/>
          <ac:spMkLst>
            <pc:docMk/>
            <pc:sldMk cId="3592161141" sldId="1313"/>
            <ac:spMk id="3" creationId="{16A50748-83CD-BCC9-7A48-C01914FD9A5F}"/>
          </ac:spMkLst>
        </pc:spChg>
        <pc:spChg chg="mod">
          <ac:chgData name="Go Watanabe" userId="eca159047afb4479" providerId="LiveId" clId="{C8CBD94C-A8AB-4123-9D80-86814A7DE591}" dt="2026-03-30T03:07:41.049" v="2598" actId="14100"/>
          <ac:spMkLst>
            <pc:docMk/>
            <pc:sldMk cId="3592161141" sldId="1313"/>
            <ac:spMk id="4" creationId="{A7149783-8D3D-26D2-439A-B7EC8D5301BE}"/>
          </ac:spMkLst>
        </pc:spChg>
        <pc:spChg chg="add mod">
          <ac:chgData name="Go Watanabe" userId="eca159047afb4479" providerId="LiveId" clId="{C8CBD94C-A8AB-4123-9D80-86814A7DE591}" dt="2026-03-30T02:40:08.496" v="2578" actId="1035"/>
          <ac:spMkLst>
            <pc:docMk/>
            <pc:sldMk cId="3592161141" sldId="1313"/>
            <ac:spMk id="5" creationId="{646E4817-BE33-F982-4782-A44DBF907391}"/>
          </ac:spMkLst>
        </pc:spChg>
        <pc:spChg chg="add mod">
          <ac:chgData name="Go Watanabe" userId="eca159047afb4479" providerId="LiveId" clId="{C8CBD94C-A8AB-4123-9D80-86814A7DE591}" dt="2026-03-30T02:40:08.496" v="2578" actId="1035"/>
          <ac:spMkLst>
            <pc:docMk/>
            <pc:sldMk cId="3592161141" sldId="1313"/>
            <ac:spMk id="6" creationId="{9CB4D498-0EF0-9293-546E-BB63D3D6ECA9}"/>
          </ac:spMkLst>
        </pc:spChg>
        <pc:spChg chg="add mod">
          <ac:chgData name="Go Watanabe" userId="eca159047afb4479" providerId="LiveId" clId="{C8CBD94C-A8AB-4123-9D80-86814A7DE591}" dt="2026-03-30T08:21:52.947" v="3405" actId="14100"/>
          <ac:spMkLst>
            <pc:docMk/>
            <pc:sldMk cId="3592161141" sldId="1313"/>
            <ac:spMk id="7" creationId="{D7A3873E-F3C2-B1F8-619B-31F60FAA79AC}"/>
          </ac:spMkLst>
        </pc:spChg>
        <pc:spChg chg="add mod">
          <ac:chgData name="Go Watanabe" userId="eca159047afb4479" providerId="LiveId" clId="{C8CBD94C-A8AB-4123-9D80-86814A7DE591}" dt="2026-03-30T08:19:53.418" v="3304" actId="14100"/>
          <ac:spMkLst>
            <pc:docMk/>
            <pc:sldMk cId="3592161141" sldId="1313"/>
            <ac:spMk id="8" creationId="{1676C035-49D6-8947-94E5-0F2E1F8D088F}"/>
          </ac:spMkLst>
        </pc:spChg>
      </pc:sldChg>
      <pc:sldChg chg="addSp delSp modSp add mod">
        <pc:chgData name="Go Watanabe" userId="eca159047afb4479" providerId="LiveId" clId="{C8CBD94C-A8AB-4123-9D80-86814A7DE591}" dt="2026-03-30T08:24:57.172" v="3555" actId="1035"/>
        <pc:sldMkLst>
          <pc:docMk/>
          <pc:sldMk cId="1244228274" sldId="1314"/>
        </pc:sldMkLst>
        <pc:spChg chg="mod">
          <ac:chgData name="Go Watanabe" userId="eca159047afb4479" providerId="LiveId" clId="{C8CBD94C-A8AB-4123-9D80-86814A7DE591}" dt="2026-03-30T02:41:15.145" v="2594"/>
          <ac:spMkLst>
            <pc:docMk/>
            <pc:sldMk cId="1244228274" sldId="1314"/>
            <ac:spMk id="2" creationId="{42274205-5ED7-5379-E43A-13EED3C1A7B7}"/>
          </ac:spMkLst>
        </pc:spChg>
        <pc:spChg chg="add mod">
          <ac:chgData name="Go Watanabe" userId="eca159047afb4479" providerId="LiveId" clId="{C8CBD94C-A8AB-4123-9D80-86814A7DE591}" dt="2026-03-30T08:24:53.815" v="3554" actId="14100"/>
          <ac:spMkLst>
            <pc:docMk/>
            <pc:sldMk cId="1244228274" sldId="1314"/>
            <ac:spMk id="4" creationId="{C136270B-19BA-C71E-F617-5FC56B438512}"/>
          </ac:spMkLst>
        </pc:spChg>
        <pc:spChg chg="add mod">
          <ac:chgData name="Go Watanabe" userId="eca159047afb4479" providerId="LiveId" clId="{C8CBD94C-A8AB-4123-9D80-86814A7DE591}" dt="2026-03-30T03:08:03.346" v="2599"/>
          <ac:spMkLst>
            <pc:docMk/>
            <pc:sldMk cId="1244228274" sldId="1314"/>
            <ac:spMk id="7" creationId="{FF4D131F-8B68-C614-C426-EC20C9663A48}"/>
          </ac:spMkLst>
        </pc:spChg>
        <pc:spChg chg="add mod">
          <ac:chgData name="Go Watanabe" userId="eca159047afb4479" providerId="LiveId" clId="{C8CBD94C-A8AB-4123-9D80-86814A7DE591}" dt="2026-03-30T08:24:57.172" v="3555" actId="1035"/>
          <ac:spMkLst>
            <pc:docMk/>
            <pc:sldMk cId="1244228274" sldId="1314"/>
            <ac:spMk id="8" creationId="{027B430C-8AAD-7C5E-E1CC-42FC2E07E039}"/>
          </ac:spMkLst>
        </pc:spChg>
      </pc:sldChg>
      <pc:sldChg chg="addSp delSp modSp add mod">
        <pc:chgData name="Go Watanabe" userId="eca159047afb4479" providerId="LiveId" clId="{C8CBD94C-A8AB-4123-9D80-86814A7DE591}" dt="2026-03-30T08:31:53.284" v="3682" actId="1035"/>
        <pc:sldMkLst>
          <pc:docMk/>
          <pc:sldMk cId="1687484527" sldId="1315"/>
        </pc:sldMkLst>
        <pc:spChg chg="mod">
          <ac:chgData name="Go Watanabe" userId="eca159047afb4479" providerId="LiveId" clId="{C8CBD94C-A8AB-4123-9D80-86814A7DE591}" dt="2026-03-30T03:08:37.452" v="2612" actId="20577"/>
          <ac:spMkLst>
            <pc:docMk/>
            <pc:sldMk cId="1687484527" sldId="1315"/>
            <ac:spMk id="2" creationId="{A910D3B4-F3A2-1471-B2D2-4EEEAE7BAA4E}"/>
          </ac:spMkLst>
        </pc:spChg>
        <pc:spChg chg="mod">
          <ac:chgData name="Go Watanabe" userId="eca159047afb4479" providerId="LiveId" clId="{C8CBD94C-A8AB-4123-9D80-86814A7DE591}" dt="2026-03-30T07:50:28.649" v="2643" actId="1037"/>
          <ac:spMkLst>
            <pc:docMk/>
            <pc:sldMk cId="1687484527" sldId="1315"/>
            <ac:spMk id="3" creationId="{A47E0777-3CDD-B28C-8AC4-CA10977693BC}"/>
          </ac:spMkLst>
        </pc:spChg>
        <pc:spChg chg="add mod">
          <ac:chgData name="Go Watanabe" userId="eca159047afb4479" providerId="LiveId" clId="{C8CBD94C-A8AB-4123-9D80-86814A7DE591}" dt="2026-03-30T07:50:16.530" v="2638" actId="1035"/>
          <ac:spMkLst>
            <pc:docMk/>
            <pc:sldMk cId="1687484527" sldId="1315"/>
            <ac:spMk id="4" creationId="{CA00331B-04DE-F5D2-BF21-32F18D304FFE}"/>
          </ac:spMkLst>
        </pc:spChg>
        <pc:spChg chg="add mod">
          <ac:chgData name="Go Watanabe" userId="eca159047afb4479" providerId="LiveId" clId="{C8CBD94C-A8AB-4123-9D80-86814A7DE591}" dt="2026-03-30T07:50:00.305" v="2633" actId="14100"/>
          <ac:spMkLst>
            <pc:docMk/>
            <pc:sldMk cId="1687484527" sldId="1315"/>
            <ac:spMk id="7" creationId="{41D0FAC8-F554-056E-10CB-E33F3DF843ED}"/>
          </ac:spMkLst>
        </pc:spChg>
        <pc:spChg chg="add mod">
          <ac:chgData name="Go Watanabe" userId="eca159047afb4479" providerId="LiveId" clId="{C8CBD94C-A8AB-4123-9D80-86814A7DE591}" dt="2026-03-30T08:31:53.284" v="3682" actId="1035"/>
          <ac:spMkLst>
            <pc:docMk/>
            <pc:sldMk cId="1687484527" sldId="1315"/>
            <ac:spMk id="8" creationId="{C8190C05-C72E-F58D-7C00-C784EBA9258D}"/>
          </ac:spMkLst>
        </pc:spChg>
        <pc:spChg chg="add mod">
          <ac:chgData name="Go Watanabe" userId="eca159047afb4479" providerId="LiveId" clId="{C8CBD94C-A8AB-4123-9D80-86814A7DE591}" dt="2026-03-30T08:31:33.716" v="3678" actId="20577"/>
          <ac:spMkLst>
            <pc:docMk/>
            <pc:sldMk cId="1687484527" sldId="1315"/>
            <ac:spMk id="9" creationId="{D1576B04-F451-D7D2-5E54-4DEA00FD8BDE}"/>
          </ac:spMkLst>
        </pc:spChg>
      </pc:sldChg>
      <pc:sldChg chg="addSp modSp add mod">
        <pc:chgData name="Go Watanabe" userId="eca159047afb4479" providerId="LiveId" clId="{C8CBD94C-A8AB-4123-9D80-86814A7DE591}" dt="2026-03-30T08:33:28.184" v="3758" actId="14100"/>
        <pc:sldMkLst>
          <pc:docMk/>
          <pc:sldMk cId="99889684" sldId="1318"/>
        </pc:sldMkLst>
        <pc:spChg chg="mod">
          <ac:chgData name="Go Watanabe" userId="eca159047afb4479" providerId="LiveId" clId="{C8CBD94C-A8AB-4123-9D80-86814A7DE591}" dt="2026-03-30T07:51:06.019" v="2647"/>
          <ac:spMkLst>
            <pc:docMk/>
            <pc:sldMk cId="99889684" sldId="1318"/>
            <ac:spMk id="2" creationId="{6A1D2D34-C09C-9081-25CD-29BB2FA39FEF}"/>
          </ac:spMkLst>
        </pc:spChg>
        <pc:spChg chg="mod">
          <ac:chgData name="Go Watanabe" userId="eca159047afb4479" providerId="LiveId" clId="{C8CBD94C-A8AB-4123-9D80-86814A7DE591}" dt="2026-03-30T07:51:38.402" v="2657" actId="14100"/>
          <ac:spMkLst>
            <pc:docMk/>
            <pc:sldMk cId="99889684" sldId="1318"/>
            <ac:spMk id="4" creationId="{A81C07D3-2D36-297C-5B1C-04FA1049B078}"/>
          </ac:spMkLst>
        </pc:spChg>
        <pc:spChg chg="add mod">
          <ac:chgData name="Go Watanabe" userId="eca159047afb4479" providerId="LiveId" clId="{C8CBD94C-A8AB-4123-9D80-86814A7DE591}" dt="2026-03-30T08:33:28.184" v="3758" actId="14100"/>
          <ac:spMkLst>
            <pc:docMk/>
            <pc:sldMk cId="99889684" sldId="1318"/>
            <ac:spMk id="5" creationId="{38C24C2B-CF8B-D078-FE9D-BE4B53DD18A3}"/>
          </ac:spMkLst>
        </pc:spChg>
        <pc:spChg chg="add mod">
          <ac:chgData name="Go Watanabe" userId="eca159047afb4479" providerId="LiveId" clId="{C8CBD94C-A8AB-4123-9D80-86814A7DE591}" dt="2026-03-30T08:33:08.224" v="3756" actId="1038"/>
          <ac:spMkLst>
            <pc:docMk/>
            <pc:sldMk cId="99889684" sldId="1318"/>
            <ac:spMk id="6" creationId="{0C6347E2-DC7D-DB68-7489-64708D71B49E}"/>
          </ac:spMkLst>
        </pc:spChg>
        <pc:spChg chg="mod">
          <ac:chgData name="Go Watanabe" userId="eca159047afb4479" providerId="LiveId" clId="{C8CBD94C-A8AB-4123-9D80-86814A7DE591}" dt="2026-03-30T07:51:46.503" v="2658" actId="14100"/>
          <ac:spMkLst>
            <pc:docMk/>
            <pc:sldMk cId="99889684" sldId="1318"/>
            <ac:spMk id="7" creationId="{55857363-BD34-5C0F-6727-42C25F5103A6}"/>
          </ac:spMkLst>
        </pc:spChg>
      </pc:sldChg>
      <pc:sldChg chg="addSp delSp modSp add mod">
        <pc:chgData name="Go Watanabe" userId="eca159047afb4479" providerId="LiveId" clId="{C8CBD94C-A8AB-4123-9D80-86814A7DE591}" dt="2026-03-30T08:34:49.837" v="3789" actId="14100"/>
        <pc:sldMkLst>
          <pc:docMk/>
          <pc:sldMk cId="1320264660" sldId="1319"/>
        </pc:sldMkLst>
        <pc:spChg chg="mod">
          <ac:chgData name="Go Watanabe" userId="eca159047afb4479" providerId="LiveId" clId="{C8CBD94C-A8AB-4123-9D80-86814A7DE591}" dt="2026-03-30T07:52:36.731" v="2666" actId="20577"/>
          <ac:spMkLst>
            <pc:docMk/>
            <pc:sldMk cId="1320264660" sldId="1319"/>
            <ac:spMk id="2" creationId="{0037EDDA-7BC6-640A-65C0-5B890EDCDF03}"/>
          </ac:spMkLst>
        </pc:spChg>
        <pc:spChg chg="add mod">
          <ac:chgData name="Go Watanabe" userId="eca159047afb4479" providerId="LiveId" clId="{C8CBD94C-A8AB-4123-9D80-86814A7DE591}" dt="2026-03-30T08:34:49.837" v="3789" actId="14100"/>
          <ac:spMkLst>
            <pc:docMk/>
            <pc:sldMk cId="1320264660" sldId="1319"/>
            <ac:spMk id="5" creationId="{41FB4C20-B968-9926-D198-C1479F263757}"/>
          </ac:spMkLst>
        </pc:spChg>
      </pc:sldChg>
      <pc:sldChg chg="addSp delSp modSp add mod">
        <pc:chgData name="Go Watanabe" userId="eca159047afb4479" providerId="LiveId" clId="{C8CBD94C-A8AB-4123-9D80-86814A7DE591}" dt="2026-03-30T08:37:47.959" v="3894" actId="20577"/>
        <pc:sldMkLst>
          <pc:docMk/>
          <pc:sldMk cId="326806480" sldId="1320"/>
        </pc:sldMkLst>
        <pc:spChg chg="mod">
          <ac:chgData name="Go Watanabe" userId="eca159047afb4479" providerId="LiveId" clId="{C8CBD94C-A8AB-4123-9D80-86814A7DE591}" dt="2026-03-30T07:53:03.370" v="2673"/>
          <ac:spMkLst>
            <pc:docMk/>
            <pc:sldMk cId="326806480" sldId="1320"/>
            <ac:spMk id="2" creationId="{AAE84D09-78C2-5CA9-D722-E3B7221CD6FE}"/>
          </ac:spMkLst>
        </pc:spChg>
        <pc:spChg chg="add mod">
          <ac:chgData name="Go Watanabe" userId="eca159047afb4479" providerId="LiveId" clId="{C8CBD94C-A8AB-4123-9D80-86814A7DE591}" dt="2026-03-30T08:37:20.599" v="3861" actId="1076"/>
          <ac:spMkLst>
            <pc:docMk/>
            <pc:sldMk cId="326806480" sldId="1320"/>
            <ac:spMk id="6" creationId="{A1F4C6C7-93F4-FFD3-5131-5759DF31AB4E}"/>
          </ac:spMkLst>
        </pc:spChg>
        <pc:spChg chg="add mod">
          <ac:chgData name="Go Watanabe" userId="eca159047afb4479" providerId="LiveId" clId="{C8CBD94C-A8AB-4123-9D80-86814A7DE591}" dt="2026-03-30T08:37:47.959" v="3894" actId="20577"/>
          <ac:spMkLst>
            <pc:docMk/>
            <pc:sldMk cId="326806480" sldId="1320"/>
            <ac:spMk id="8" creationId="{B78E4E5A-D396-783C-E612-2721199A96DA}"/>
          </ac:spMkLst>
        </pc:spChg>
      </pc:sldChg>
      <pc:sldChg chg="addSp delSp modSp add mod">
        <pc:chgData name="Go Watanabe" userId="eca159047afb4479" providerId="LiveId" clId="{C8CBD94C-A8AB-4123-9D80-86814A7DE591}" dt="2026-03-30T08:39:23.376" v="3984" actId="14100"/>
        <pc:sldMkLst>
          <pc:docMk/>
          <pc:sldMk cId="2888236656" sldId="1321"/>
        </pc:sldMkLst>
        <pc:spChg chg="mod">
          <ac:chgData name="Go Watanabe" userId="eca159047afb4479" providerId="LiveId" clId="{C8CBD94C-A8AB-4123-9D80-86814A7DE591}" dt="2026-03-30T07:54:48.643" v="2713" actId="20577"/>
          <ac:spMkLst>
            <pc:docMk/>
            <pc:sldMk cId="2888236656" sldId="1321"/>
            <ac:spMk id="2" creationId="{5EAF449B-8158-1422-7A77-40E6DBE3F542}"/>
          </ac:spMkLst>
        </pc:spChg>
        <pc:spChg chg="add mod">
          <ac:chgData name="Go Watanabe" userId="eca159047afb4479" providerId="LiveId" clId="{C8CBD94C-A8AB-4123-9D80-86814A7DE591}" dt="2026-03-30T08:38:50.836" v="3929" actId="1076"/>
          <ac:spMkLst>
            <pc:docMk/>
            <pc:sldMk cId="2888236656" sldId="1321"/>
            <ac:spMk id="4" creationId="{9EB89B69-1020-7521-2A00-2E16B9622FB8}"/>
          </ac:spMkLst>
        </pc:spChg>
        <pc:spChg chg="add mod">
          <ac:chgData name="Go Watanabe" userId="eca159047afb4479" providerId="LiveId" clId="{C8CBD94C-A8AB-4123-9D80-86814A7DE591}" dt="2026-03-30T08:39:23.376" v="3984" actId="14100"/>
          <ac:spMkLst>
            <pc:docMk/>
            <pc:sldMk cId="2888236656" sldId="1321"/>
            <ac:spMk id="5" creationId="{E4ED52A0-4EBA-9E49-968B-42438393348A}"/>
          </ac:spMkLst>
        </pc:spChg>
      </pc:sldChg>
      <pc:sldMasterChg chg="modSldLayout">
        <pc:chgData name="Go Watanabe" userId="eca159047afb4479" providerId="LiveId" clId="{C8CBD94C-A8AB-4123-9D80-86814A7DE591}" dt="2026-03-30T08:15:25.609" v="3140" actId="20577"/>
        <pc:sldMasterMkLst>
          <pc:docMk/>
          <pc:sldMasterMk cId="3407688336" sldId="2147483648"/>
        </pc:sldMasterMkLst>
        <pc:sldLayoutChg chg="addSp modSp mod">
          <pc:chgData name="Go Watanabe" userId="eca159047afb4479" providerId="LiveId" clId="{C8CBD94C-A8AB-4123-9D80-86814A7DE591}" dt="2026-03-30T08:15:25.609" v="3140" actId="20577"/>
          <pc:sldLayoutMkLst>
            <pc:docMk/>
            <pc:sldMasterMk cId="3407688336" sldId="2147483648"/>
            <pc:sldLayoutMk cId="4216517929" sldId="2147483669"/>
          </pc:sldLayoutMkLst>
          <pc:spChg chg="mod">
            <ac:chgData name="Go Watanabe" userId="eca159047afb4479" providerId="LiveId" clId="{C8CBD94C-A8AB-4123-9D80-86814A7DE591}" dt="2026-03-30T07:58:54.023" v="2907" actId="113"/>
            <ac:spMkLst>
              <pc:docMk/>
              <pc:sldMasterMk cId="3407688336" sldId="2147483648"/>
              <pc:sldLayoutMk cId="4216517929" sldId="2147483669"/>
              <ac:spMk id="5" creationId="{ECCFDB09-6135-2141-5BD4-0AAACB18D63A}"/>
            </ac:spMkLst>
          </pc:spChg>
          <pc:spChg chg="mod">
            <ac:chgData name="Go Watanabe" userId="eca159047afb4479" providerId="LiveId" clId="{C8CBD94C-A8AB-4123-9D80-86814A7DE591}" dt="2026-03-30T08:08:58.436" v="3052" actId="14100"/>
            <ac:spMkLst>
              <pc:docMk/>
              <pc:sldMasterMk cId="3407688336" sldId="2147483648"/>
              <pc:sldLayoutMk cId="4216517929" sldId="2147483669"/>
              <ac:spMk id="12" creationId="{BAD815C5-65C4-BF09-E3DE-EF963A12CDBA}"/>
            </ac:spMkLst>
          </pc:spChg>
          <pc:spChg chg="add mod">
            <ac:chgData name="Go Watanabe" userId="eca159047afb4479" providerId="LiveId" clId="{C8CBD94C-A8AB-4123-9D80-86814A7DE591}" dt="2026-03-30T08:15:25.609" v="3140" actId="20577"/>
            <ac:spMkLst>
              <pc:docMk/>
              <pc:sldMasterMk cId="3407688336" sldId="2147483648"/>
              <pc:sldLayoutMk cId="4216517929" sldId="2147483669"/>
              <ac:spMk id="13" creationId="{96D3EC29-CBCD-9095-1023-621D8E279B28}"/>
            </ac:spMkLst>
          </pc:spChg>
          <pc:spChg chg="mod">
            <ac:chgData name="Go Watanabe" userId="eca159047afb4479" providerId="LiveId" clId="{C8CBD94C-A8AB-4123-9D80-86814A7DE591}" dt="2026-03-30T08:01:53.334" v="2963" actId="1037"/>
            <ac:spMkLst>
              <pc:docMk/>
              <pc:sldMasterMk cId="3407688336" sldId="2147483648"/>
              <pc:sldLayoutMk cId="4216517929" sldId="2147483669"/>
              <ac:spMk id="14" creationId="{A5E47706-B297-18AB-F9A0-6F7F4BB1E051}"/>
            </ac:spMkLst>
          </pc:spChg>
          <pc:spChg chg="mod">
            <ac:chgData name="Go Watanabe" userId="eca159047afb4479" providerId="LiveId" clId="{C8CBD94C-A8AB-4123-9D80-86814A7DE591}" dt="2026-03-30T07:59:04.528" v="2928" actId="20577"/>
            <ac:spMkLst>
              <pc:docMk/>
              <pc:sldMasterMk cId="3407688336" sldId="2147483648"/>
              <pc:sldLayoutMk cId="4216517929" sldId="2147483669"/>
              <ac:spMk id="16" creationId="{EED393E3-A5A8-4A4E-BD85-9CD591803745}"/>
            </ac:spMkLst>
          </pc:spChg>
          <pc:spChg chg="mod">
            <ac:chgData name="Go Watanabe" userId="eca159047afb4479" providerId="LiveId" clId="{C8CBD94C-A8AB-4123-9D80-86814A7DE591}" dt="2026-03-30T08:01:53.334" v="2963" actId="1037"/>
            <ac:spMkLst>
              <pc:docMk/>
              <pc:sldMasterMk cId="3407688336" sldId="2147483648"/>
              <pc:sldLayoutMk cId="4216517929" sldId="2147483669"/>
              <ac:spMk id="26" creationId="{02316240-5253-7EF6-C197-E21F4C59CEAD}"/>
            </ac:spMkLst>
          </pc:spChg>
          <pc:spChg chg="mod">
            <ac:chgData name="Go Watanabe" userId="eca159047afb4479" providerId="LiveId" clId="{C8CBD94C-A8AB-4123-9D80-86814A7DE591}" dt="2026-03-30T08:01:53.334" v="2963" actId="1037"/>
            <ac:spMkLst>
              <pc:docMk/>
              <pc:sldMasterMk cId="3407688336" sldId="2147483648"/>
              <pc:sldLayoutMk cId="4216517929" sldId="2147483669"/>
              <ac:spMk id="27" creationId="{8311B8CA-911A-EE7F-6CC1-E7DDF6ACD2EA}"/>
            </ac:spMkLst>
          </pc:spChg>
          <pc:spChg chg="mod">
            <ac:chgData name="Go Watanabe" userId="eca159047afb4479" providerId="LiveId" clId="{C8CBD94C-A8AB-4123-9D80-86814A7DE591}" dt="2026-03-30T02:26:35.714" v="2410" actId="20577"/>
            <ac:spMkLst>
              <pc:docMk/>
              <pc:sldMasterMk cId="3407688336" sldId="2147483648"/>
              <pc:sldLayoutMk cId="4216517929" sldId="2147483669"/>
              <ac:spMk id="45" creationId="{5B1FF810-2D7D-779B-BBF5-E4C7D6E1A9D5}"/>
            </ac:spMkLst>
          </pc:spChg>
          <pc:spChg chg="mod">
            <ac:chgData name="Go Watanabe" userId="eca159047afb4479" providerId="LiveId" clId="{C8CBD94C-A8AB-4123-9D80-86814A7DE591}" dt="2026-03-30T08:13:22.669" v="3091" actId="404"/>
            <ac:spMkLst>
              <pc:docMk/>
              <pc:sldMasterMk cId="3407688336" sldId="2147483648"/>
              <pc:sldLayoutMk cId="4216517929" sldId="2147483669"/>
              <ac:spMk id="56" creationId="{60ACE077-2B99-F41D-4879-61E200739D50}"/>
            </ac:spMkLst>
          </pc:spChg>
          <pc:spChg chg="mod">
            <ac:chgData name="Go Watanabe" userId="eca159047afb4479" providerId="LiveId" clId="{C8CBD94C-A8AB-4123-9D80-86814A7DE591}" dt="2026-03-30T08:01:53.334" v="2963" actId="1037"/>
            <ac:spMkLst>
              <pc:docMk/>
              <pc:sldMasterMk cId="3407688336" sldId="2147483648"/>
              <pc:sldLayoutMk cId="4216517929" sldId="2147483669"/>
              <ac:spMk id="61" creationId="{3BDB2ACE-62C8-3CBA-F65D-948870FDB1AB}"/>
            </ac:spMkLst>
          </pc:spChg>
          <pc:spChg chg="mod">
            <ac:chgData name="Go Watanabe" userId="eca159047afb4479" providerId="LiveId" clId="{C8CBD94C-A8AB-4123-9D80-86814A7DE591}" dt="2026-03-30T08:13:22.669" v="3091" actId="404"/>
            <ac:spMkLst>
              <pc:docMk/>
              <pc:sldMasterMk cId="3407688336" sldId="2147483648"/>
              <pc:sldLayoutMk cId="4216517929" sldId="2147483669"/>
              <ac:spMk id="62" creationId="{68242815-CD11-B1B9-F51A-C8C1FFB9CD92}"/>
            </ac:spMkLst>
          </pc:spChg>
          <pc:spChg chg="mod">
            <ac:chgData name="Go Watanabe" userId="eca159047afb4479" providerId="LiveId" clId="{C8CBD94C-A8AB-4123-9D80-86814A7DE591}" dt="2026-03-30T08:13:30.897" v="3092" actId="404"/>
            <ac:spMkLst>
              <pc:docMk/>
              <pc:sldMasterMk cId="3407688336" sldId="2147483648"/>
              <pc:sldLayoutMk cId="4216517929" sldId="2147483669"/>
              <ac:spMk id="82" creationId="{C5D30C75-91EE-144E-9194-170A5C07EBFF}"/>
            </ac:spMkLst>
          </pc:spChg>
          <pc:cxnChg chg="mod">
            <ac:chgData name="Go Watanabe" userId="eca159047afb4479" providerId="LiveId" clId="{C8CBD94C-A8AB-4123-9D80-86814A7DE591}" dt="2026-03-30T08:01:53.334" v="2963" actId="1037"/>
            <ac:cxnSpMkLst>
              <pc:docMk/>
              <pc:sldMasterMk cId="3407688336" sldId="2147483648"/>
              <pc:sldLayoutMk cId="4216517929" sldId="2147483669"/>
              <ac:cxnSpMk id="43" creationId="{6BF30797-32F3-E694-2C4E-CE67FAC74112}"/>
            </ac:cxnSpMkLst>
          </pc:cxnChg>
          <pc:cxnChg chg="mod">
            <ac:chgData name="Go Watanabe" userId="eca159047afb4479" providerId="LiveId" clId="{C8CBD94C-A8AB-4123-9D80-86814A7DE591}" dt="2026-03-30T08:01:53.334" v="2963" actId="1037"/>
            <ac:cxnSpMkLst>
              <pc:docMk/>
              <pc:sldMasterMk cId="3407688336" sldId="2147483648"/>
              <pc:sldLayoutMk cId="4216517929" sldId="2147483669"/>
              <ac:cxnSpMk id="44" creationId="{210434A2-F168-00D0-D4F6-5E464E34D09E}"/>
            </ac:cxnSpMkLst>
          </pc:cxnChg>
          <pc:cxnChg chg="mod">
            <ac:chgData name="Go Watanabe" userId="eca159047afb4479" providerId="LiveId" clId="{C8CBD94C-A8AB-4123-9D80-86814A7DE591}" dt="2026-03-30T08:01:53.334" v="2963" actId="1037"/>
            <ac:cxnSpMkLst>
              <pc:docMk/>
              <pc:sldMasterMk cId="3407688336" sldId="2147483648"/>
              <pc:sldLayoutMk cId="4216517929" sldId="2147483669"/>
              <ac:cxnSpMk id="53" creationId="{21027ADC-F2F6-0D2A-FA10-26CCC5D97BB1}"/>
            </ac:cxnSpMkLst>
          </pc:cxnChg>
          <pc:cxnChg chg="mod">
            <ac:chgData name="Go Watanabe" userId="eca159047afb4479" providerId="LiveId" clId="{C8CBD94C-A8AB-4123-9D80-86814A7DE591}" dt="2026-03-30T08:14:38.893" v="3094" actId="693"/>
            <ac:cxnSpMkLst>
              <pc:docMk/>
              <pc:sldMasterMk cId="3407688336" sldId="2147483648"/>
              <pc:sldLayoutMk cId="4216517929" sldId="2147483669"/>
              <ac:cxnSpMk id="58" creationId="{CE289CA9-6105-D1EA-B487-5469C9C63553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2FDB372-E6DE-7014-9647-C03D6BAD81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564B5C-C367-C4E1-949E-8AFEA34245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D4226-61AF-46ED-87CD-C763E8DA5753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8D3EDC-7337-362E-89E8-2CC0D9E9BD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73E1B8-DCAE-EBE4-45A4-62A3B06C23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C41D-1A5E-46BF-A9BC-D528161794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91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705E0-040C-4348-8053-51D3266D1C9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4729F-EF90-4135-A0C2-416C870881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36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01_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663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M02_セッ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28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739833" y="4472247"/>
            <a:ext cx="10740043" cy="902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1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DC0DB3-29A7-4AE2-8BA7-2E8F0290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048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DCFA3462-EA3C-4E88-A355-CA559FA54F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4163" y="935038"/>
            <a:ext cx="11582400" cy="5484812"/>
          </a:xfrm>
        </p:spPr>
        <p:txBody>
          <a:bodyPr/>
          <a:lstStyle>
            <a:lvl1pPr marL="269875" indent="-269875">
              <a:buFont typeface="Wingdings" panose="05000000000000000000" pitchFamily="2" charset="2"/>
              <a:buChar char="n"/>
              <a:defRPr/>
            </a:lvl1pPr>
            <a:lvl2pPr marL="536575" indent="-263525">
              <a:buFont typeface="Wingdings" panose="05000000000000000000" pitchFamily="2" charset="2"/>
              <a:buChar char="l"/>
              <a:defRPr/>
            </a:lvl2pPr>
            <a:lvl5pPr marL="1344613" indent="-263525"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1087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4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5509DB19-786D-47A6-B6C2-514A98F7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048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5653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I-2.4-Se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297D339-1209-088A-CCEE-2C59A7EF3910}"/>
              </a:ext>
            </a:extLst>
          </p:cNvPr>
          <p:cNvSpPr/>
          <p:nvPr userDrawn="1"/>
        </p:nvSpPr>
        <p:spPr>
          <a:xfrm>
            <a:off x="3947042" y="3429000"/>
            <a:ext cx="5433626" cy="2256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CCFDB09-6135-2141-5BD4-0AAACB18D63A}"/>
              </a:ext>
            </a:extLst>
          </p:cNvPr>
          <p:cNvSpPr/>
          <p:nvPr userDrawn="1"/>
        </p:nvSpPr>
        <p:spPr>
          <a:xfrm>
            <a:off x="719330" y="4319482"/>
            <a:ext cx="3146499" cy="2124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 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クラスタ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A412326-C4E3-86E4-9EE1-F652E4573F62}"/>
              </a:ext>
            </a:extLst>
          </p:cNvPr>
          <p:cNvSpPr/>
          <p:nvPr userDrawn="1"/>
        </p:nvSpPr>
        <p:spPr>
          <a:xfrm>
            <a:off x="719330" y="5777541"/>
            <a:ext cx="9145432" cy="6663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5509DB19-786D-47A6-B6C2-514A98F7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048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18C09F-9492-9CD6-4083-386E6A15A8E4}"/>
              </a:ext>
            </a:extLst>
          </p:cNvPr>
          <p:cNvSpPr txBox="1"/>
          <p:nvPr userDrawn="1"/>
        </p:nvSpPr>
        <p:spPr>
          <a:xfrm>
            <a:off x="1108460" y="5216990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</a:t>
            </a: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Element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直方体 6">
            <a:extLst>
              <a:ext uri="{FF2B5EF4-FFF2-40B4-BE49-F238E27FC236}">
                <a16:creationId xmlns:a16="http://schemas.microsoft.com/office/drawing/2014/main" id="{39B16D0C-FEC2-7F88-1C0D-406C972CEF10}"/>
              </a:ext>
            </a:extLst>
          </p:cNvPr>
          <p:cNvSpPr/>
          <p:nvPr userDrawn="1"/>
        </p:nvSpPr>
        <p:spPr>
          <a:xfrm>
            <a:off x="983970" y="5851231"/>
            <a:ext cx="8564890" cy="461124"/>
          </a:xfrm>
          <a:prstGeom prst="cube">
            <a:avLst>
              <a:gd name="adj" fmla="val 19423"/>
            </a:avLst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AHV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9B2F8B2-AE19-5356-9179-E3AD507FFB5A}"/>
              </a:ext>
            </a:extLst>
          </p:cNvPr>
          <p:cNvSpPr txBox="1"/>
          <p:nvPr userDrawn="1"/>
        </p:nvSpPr>
        <p:spPr>
          <a:xfrm>
            <a:off x="1108460" y="4735572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</a:t>
            </a: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Central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F08A8F-680D-C6BA-C3AA-283F66808EF2}"/>
              </a:ext>
            </a:extLst>
          </p:cNvPr>
          <p:cNvSpPr txBox="1"/>
          <p:nvPr userDrawn="1"/>
        </p:nvSpPr>
        <p:spPr>
          <a:xfrm>
            <a:off x="4239283" y="5032182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DA9367C-9567-DD6E-CDD7-81C8956A2D35}"/>
              </a:ext>
            </a:extLst>
          </p:cNvPr>
          <p:cNvSpPr txBox="1"/>
          <p:nvPr userDrawn="1"/>
        </p:nvSpPr>
        <p:spPr>
          <a:xfrm>
            <a:off x="5703897" y="5029110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AD815C5-65C4-BF09-E3DE-EF963A12CDBA}"/>
              </a:ext>
            </a:extLst>
          </p:cNvPr>
          <p:cNvSpPr txBox="1"/>
          <p:nvPr userDrawn="1"/>
        </p:nvSpPr>
        <p:spPr>
          <a:xfrm>
            <a:off x="1517303" y="996562"/>
            <a:ext cx="1234431" cy="20246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作業用マシン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(Linux)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5E47706-B297-18AB-F9A0-6F7F4BB1E051}"/>
              </a:ext>
            </a:extLst>
          </p:cNvPr>
          <p:cNvSpPr/>
          <p:nvPr userDrawn="1"/>
        </p:nvSpPr>
        <p:spPr>
          <a:xfrm>
            <a:off x="1761168" y="1448256"/>
            <a:ext cx="766488" cy="271004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kubectl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ED393E3-A5A8-4A4E-BD85-9CD591803745}"/>
              </a:ext>
            </a:extLst>
          </p:cNvPr>
          <p:cNvSpPr txBox="1"/>
          <p:nvPr userDrawn="1"/>
        </p:nvSpPr>
        <p:spPr>
          <a:xfrm>
            <a:off x="3955652" y="3455406"/>
            <a:ext cx="2520452" cy="48965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</a:t>
            </a:r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クラスタ</a:t>
            </a:r>
            <a:endParaRPr kumimoji="1"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管理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&amp;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ワークロード クラスタ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(Self Managed)</a:t>
            </a:r>
            <a:endParaRPr kumimoji="1" lang="ja-JP" altLang="en-US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AA0336-445D-9234-45F1-E2A6E37C00CD}"/>
              </a:ext>
            </a:extLst>
          </p:cNvPr>
          <p:cNvSpPr txBox="1"/>
          <p:nvPr userDrawn="1"/>
        </p:nvSpPr>
        <p:spPr>
          <a:xfrm>
            <a:off x="7140224" y="5029110"/>
            <a:ext cx="175498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4BD4959-B4E2-8739-08ED-788DFC90C479}"/>
              </a:ext>
            </a:extLst>
          </p:cNvPr>
          <p:cNvSpPr txBox="1"/>
          <p:nvPr userDrawn="1"/>
        </p:nvSpPr>
        <p:spPr>
          <a:xfrm>
            <a:off x="4176239" y="5110267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41B6249-D872-A336-B77E-5D89F073284C}"/>
              </a:ext>
            </a:extLst>
          </p:cNvPr>
          <p:cNvSpPr txBox="1"/>
          <p:nvPr userDrawn="1"/>
        </p:nvSpPr>
        <p:spPr>
          <a:xfrm>
            <a:off x="5640853" y="5107195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3E516E4-4507-5D77-6164-35EA8C3563A9}"/>
              </a:ext>
            </a:extLst>
          </p:cNvPr>
          <p:cNvSpPr txBox="1"/>
          <p:nvPr userDrawn="1"/>
        </p:nvSpPr>
        <p:spPr>
          <a:xfrm>
            <a:off x="7077180" y="5107195"/>
            <a:ext cx="175498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42AB65-B21B-1E3A-DCF8-84AC25616A89}"/>
              </a:ext>
            </a:extLst>
          </p:cNvPr>
          <p:cNvSpPr txBox="1"/>
          <p:nvPr userDrawn="1"/>
        </p:nvSpPr>
        <p:spPr>
          <a:xfrm>
            <a:off x="4095869" y="5193122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Control Plane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F54A96-FD50-97EB-E90C-2C7C428CE2E3}"/>
              </a:ext>
            </a:extLst>
          </p:cNvPr>
          <p:cNvSpPr txBox="1"/>
          <p:nvPr userDrawn="1"/>
        </p:nvSpPr>
        <p:spPr>
          <a:xfrm>
            <a:off x="5560483" y="5190050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Worker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4EBE289-7538-7F6A-C949-61F0FE10DA05}"/>
              </a:ext>
            </a:extLst>
          </p:cNvPr>
          <p:cNvSpPr txBox="1"/>
          <p:nvPr userDrawn="1"/>
        </p:nvSpPr>
        <p:spPr>
          <a:xfrm>
            <a:off x="6996810" y="5190050"/>
            <a:ext cx="175498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Worker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970559A-B226-2B98-74DB-32FA7851FE0B}"/>
              </a:ext>
            </a:extLst>
          </p:cNvPr>
          <p:cNvSpPr txBox="1"/>
          <p:nvPr userDrawn="1"/>
        </p:nvSpPr>
        <p:spPr>
          <a:xfrm>
            <a:off x="2505512" y="5212374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Files</a:t>
            </a: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 Server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A7BB246-C033-FC33-6323-C10A705EC12D}"/>
              </a:ext>
            </a:extLst>
          </p:cNvPr>
          <p:cNvSpPr txBox="1"/>
          <p:nvPr userDrawn="1"/>
        </p:nvSpPr>
        <p:spPr>
          <a:xfrm>
            <a:off x="8008316" y="5930806"/>
            <a:ext cx="665784" cy="322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2316240-5253-7EF6-C197-E21F4C59CEAD}"/>
              </a:ext>
            </a:extLst>
          </p:cNvPr>
          <p:cNvSpPr/>
          <p:nvPr userDrawn="1"/>
        </p:nvSpPr>
        <p:spPr>
          <a:xfrm>
            <a:off x="1784437" y="2317800"/>
            <a:ext cx="766488" cy="271004"/>
          </a:xfrm>
          <a:prstGeom prst="round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 CLI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311B8CA-911A-EE7F-6CC1-E7DDF6ACD2EA}"/>
              </a:ext>
            </a:extLst>
          </p:cNvPr>
          <p:cNvSpPr/>
          <p:nvPr userDrawn="1"/>
        </p:nvSpPr>
        <p:spPr>
          <a:xfrm>
            <a:off x="1761168" y="1817506"/>
            <a:ext cx="766488" cy="27208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helm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4950218-D361-2678-C6B7-125D536F9B2D}"/>
              </a:ext>
            </a:extLst>
          </p:cNvPr>
          <p:cNvSpPr txBox="1"/>
          <p:nvPr userDrawn="1"/>
        </p:nvSpPr>
        <p:spPr>
          <a:xfrm>
            <a:off x="6656982" y="4021377"/>
            <a:ext cx="1336651" cy="298104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Envoy Gateway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B0E94B7-7013-97B0-F7D3-B8581E179678}"/>
              </a:ext>
            </a:extLst>
          </p:cNvPr>
          <p:cNvSpPr txBox="1"/>
          <p:nvPr userDrawn="1"/>
        </p:nvSpPr>
        <p:spPr>
          <a:xfrm>
            <a:off x="6658765" y="3653226"/>
            <a:ext cx="1336651" cy="298104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KServe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0239003-60DC-236D-1355-61C13D4C31E2}"/>
              </a:ext>
            </a:extLst>
          </p:cNvPr>
          <p:cNvSpPr txBox="1"/>
          <p:nvPr userDrawn="1"/>
        </p:nvSpPr>
        <p:spPr>
          <a:xfrm>
            <a:off x="8154840" y="3652480"/>
            <a:ext cx="981841" cy="669992"/>
          </a:xfrm>
          <a:prstGeom prst="rect">
            <a:avLst/>
          </a:prstGeom>
          <a:solidFill>
            <a:srgbClr val="CCCCFF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(nai-core)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A8A1CD10-3F35-DB63-4A6E-6AE33511AD44}"/>
              </a:ext>
            </a:extLst>
          </p:cNvPr>
          <p:cNvCxnSpPr>
            <a:cxnSpLocks/>
          </p:cNvCxnSpPr>
          <p:nvPr userDrawn="1"/>
        </p:nvCxnSpPr>
        <p:spPr>
          <a:xfrm>
            <a:off x="8353908" y="5586826"/>
            <a:ext cx="0" cy="32713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6BF30797-32F3-E694-2C4E-CE67FAC74112}"/>
              </a:ext>
            </a:extLst>
          </p:cNvPr>
          <p:cNvCxnSpPr>
            <a:cxnSpLocks/>
          </p:cNvCxnSpPr>
          <p:nvPr userDrawn="1"/>
        </p:nvCxnSpPr>
        <p:spPr>
          <a:xfrm>
            <a:off x="4148368" y="1582333"/>
            <a:ext cx="0" cy="1846667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210434A2-F168-00D0-D4F6-5E464E34D09E}"/>
              </a:ext>
            </a:extLst>
          </p:cNvPr>
          <p:cNvCxnSpPr>
            <a:cxnSpLocks/>
            <a:stCxn id="14" idx="3"/>
          </p:cNvCxnSpPr>
          <p:nvPr userDrawn="1"/>
        </p:nvCxnSpPr>
        <p:spPr>
          <a:xfrm>
            <a:off x="2527656" y="1583758"/>
            <a:ext cx="1620712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B1FF810-2D7D-779B-BBF5-E4C7D6E1A9D5}"/>
              </a:ext>
            </a:extLst>
          </p:cNvPr>
          <p:cNvSpPr txBox="1"/>
          <p:nvPr userDrawn="1"/>
        </p:nvSpPr>
        <p:spPr>
          <a:xfrm>
            <a:off x="73153" y="6582033"/>
            <a:ext cx="2231135" cy="2154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kumimoji="1"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NAI-Setup-2026-0330-01</a:t>
            </a:r>
            <a:endParaRPr kumimoji="1" lang="ja-JP" altLang="en-US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2136014-628D-C4D4-1518-B3059498E728}"/>
              </a:ext>
            </a:extLst>
          </p:cNvPr>
          <p:cNvSpPr txBox="1"/>
          <p:nvPr userDrawn="1"/>
        </p:nvSpPr>
        <p:spPr>
          <a:xfrm>
            <a:off x="6924869" y="4806412"/>
            <a:ext cx="1707413" cy="2393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ノード プール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21027ADC-F2F6-0D2A-FA10-26CCC5D97BB1}"/>
              </a:ext>
            </a:extLst>
          </p:cNvPr>
          <p:cNvCxnSpPr>
            <a:cxnSpLocks/>
          </p:cNvCxnSpPr>
          <p:nvPr userDrawn="1"/>
        </p:nvCxnSpPr>
        <p:spPr>
          <a:xfrm>
            <a:off x="2527656" y="1954898"/>
            <a:ext cx="1620712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9488556D-A82F-F157-CFD9-E2FCCCC71942}"/>
              </a:ext>
            </a:extLst>
          </p:cNvPr>
          <p:cNvCxnSpPr>
            <a:cxnSpLocks/>
          </p:cNvCxnSpPr>
          <p:nvPr userDrawn="1"/>
        </p:nvCxnSpPr>
        <p:spPr>
          <a:xfrm>
            <a:off x="2550925" y="2470957"/>
            <a:ext cx="1597443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0ACE077-2B99-F41D-4879-61E200739D50}"/>
              </a:ext>
            </a:extLst>
          </p:cNvPr>
          <p:cNvSpPr txBox="1"/>
          <p:nvPr userDrawn="1"/>
        </p:nvSpPr>
        <p:spPr>
          <a:xfrm>
            <a:off x="2701496" y="1213817"/>
            <a:ext cx="1364216" cy="35048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/ </a:t>
            </a:r>
          </a:p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Kubernetes</a:t>
            </a:r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管理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CE289CA9-6105-D1EA-B487-5469C9C63553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>
            <a:off x="2167681" y="2588804"/>
            <a:ext cx="0" cy="2146768"/>
          </a:xfrm>
          <a:prstGeom prst="straightConnector1">
            <a:avLst/>
          </a:prstGeom>
          <a:ln w="28575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3BDB2ACE-62C8-3CBA-F65D-948870FDB1AB}"/>
              </a:ext>
            </a:extLst>
          </p:cNvPr>
          <p:cNvSpPr txBox="1"/>
          <p:nvPr userDrawn="1"/>
        </p:nvSpPr>
        <p:spPr>
          <a:xfrm>
            <a:off x="1705705" y="2669097"/>
            <a:ext cx="880920" cy="27519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Docker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8242815-CD11-B1B9-F51A-C8C1FFB9CD92}"/>
              </a:ext>
            </a:extLst>
          </p:cNvPr>
          <p:cNvSpPr txBox="1"/>
          <p:nvPr userDrawn="1"/>
        </p:nvSpPr>
        <p:spPr>
          <a:xfrm>
            <a:off x="2710370" y="2468482"/>
            <a:ext cx="1294144" cy="39412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</a:t>
            </a:r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管理クラスタ</a:t>
            </a:r>
            <a:endParaRPr kumimoji="1" lang="en-US" altLang="ja-JP" sz="1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展開</a:t>
            </a:r>
          </a:p>
        </p:txBody>
      </p:sp>
      <p:sp>
        <p:nvSpPr>
          <p:cNvPr id="68" name="吹き出し: 四角形 67">
            <a:extLst>
              <a:ext uri="{FF2B5EF4-FFF2-40B4-BE49-F238E27FC236}">
                <a16:creationId xmlns:a16="http://schemas.microsoft.com/office/drawing/2014/main" id="{40CB5F0F-37AD-4D96-0443-579C9A94CD46}"/>
              </a:ext>
            </a:extLst>
          </p:cNvPr>
          <p:cNvSpPr/>
          <p:nvPr userDrawn="1"/>
        </p:nvSpPr>
        <p:spPr>
          <a:xfrm>
            <a:off x="7036829" y="1954899"/>
            <a:ext cx="4326252" cy="1342536"/>
          </a:xfrm>
          <a:prstGeom prst="wedgeRectCallout">
            <a:avLst>
              <a:gd name="adj1" fmla="val 504"/>
              <a:gd name="adj2" fmla="val 7699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A1BFB6C-6608-7697-DEA7-4040622D9F99}"/>
              </a:ext>
            </a:extLst>
          </p:cNvPr>
          <p:cNvSpPr txBox="1"/>
          <p:nvPr userDrawn="1"/>
        </p:nvSpPr>
        <p:spPr>
          <a:xfrm>
            <a:off x="7479538" y="2141710"/>
            <a:ext cx="1252070" cy="7557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34E0928-B88E-5E1F-B126-0806899BBCB3}"/>
              </a:ext>
            </a:extLst>
          </p:cNvPr>
          <p:cNvSpPr txBox="1"/>
          <p:nvPr userDrawn="1"/>
        </p:nvSpPr>
        <p:spPr>
          <a:xfrm>
            <a:off x="9098559" y="2141710"/>
            <a:ext cx="1833157" cy="10186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推論サービス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エンドポイント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フローチャート: 磁気ディスク 70">
            <a:extLst>
              <a:ext uri="{FF2B5EF4-FFF2-40B4-BE49-F238E27FC236}">
                <a16:creationId xmlns:a16="http://schemas.microsoft.com/office/drawing/2014/main" id="{17E52EE4-41D4-CA4C-0F3F-A60F21E5B1EE}"/>
              </a:ext>
            </a:extLst>
          </p:cNvPr>
          <p:cNvSpPr/>
          <p:nvPr userDrawn="1"/>
        </p:nvSpPr>
        <p:spPr>
          <a:xfrm>
            <a:off x="7633516" y="2414661"/>
            <a:ext cx="944115" cy="314625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Model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467EFA6-5B5A-FA99-0E57-BC3BF95354E6}"/>
              </a:ext>
            </a:extLst>
          </p:cNvPr>
          <p:cNvSpPr txBox="1"/>
          <p:nvPr userDrawn="1"/>
        </p:nvSpPr>
        <p:spPr>
          <a:xfrm>
            <a:off x="9248184" y="2587049"/>
            <a:ext cx="1533907" cy="4543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erve</a:t>
            </a: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Inference Service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AAFC23E7-767F-355C-B671-CF91184B600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37688" y="2519561"/>
            <a:ext cx="360871" cy="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図 73">
            <a:extLst>
              <a:ext uri="{FF2B5EF4-FFF2-40B4-BE49-F238E27FC236}">
                <a16:creationId xmlns:a16="http://schemas.microsoft.com/office/drawing/2014/main" id="{A1F4A7AD-E9F5-7D86-1BD7-5CE745194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702" y="1415849"/>
            <a:ext cx="2333481" cy="155262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4F23CA52-F4B1-9164-ABBE-234452FE0D5D}"/>
              </a:ext>
            </a:extLst>
          </p:cNvPr>
          <p:cNvCxnSpPr>
            <a:cxnSpLocks/>
          </p:cNvCxnSpPr>
          <p:nvPr userDrawn="1"/>
        </p:nvCxnSpPr>
        <p:spPr>
          <a:xfrm>
            <a:off x="7778575" y="1117436"/>
            <a:ext cx="0" cy="1006290"/>
          </a:xfrm>
          <a:prstGeom prst="straightConnector1">
            <a:avLst/>
          </a:prstGeom>
          <a:ln w="28575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C0AB1191-986C-DF92-F51D-F5682CF0640A}"/>
              </a:ext>
            </a:extLst>
          </p:cNvPr>
          <p:cNvCxnSpPr>
            <a:cxnSpLocks/>
          </p:cNvCxnSpPr>
          <p:nvPr userDrawn="1"/>
        </p:nvCxnSpPr>
        <p:spPr>
          <a:xfrm>
            <a:off x="7993633" y="1310195"/>
            <a:ext cx="0" cy="818129"/>
          </a:xfrm>
          <a:prstGeom prst="straightConnector1">
            <a:avLst/>
          </a:prstGeom>
          <a:ln w="28575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7C754344-E212-C048-16CB-323EAB953E66}"/>
              </a:ext>
            </a:extLst>
          </p:cNvPr>
          <p:cNvSpPr/>
          <p:nvPr userDrawn="1"/>
        </p:nvSpPr>
        <p:spPr>
          <a:xfrm>
            <a:off x="7637621" y="880630"/>
            <a:ext cx="1555787" cy="2720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Hugging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Face Hub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F7F08F27-6741-95EF-819B-93550F13BE9D}"/>
              </a:ext>
            </a:extLst>
          </p:cNvPr>
          <p:cNvSpPr/>
          <p:nvPr userDrawn="1"/>
        </p:nvSpPr>
        <p:spPr>
          <a:xfrm>
            <a:off x="7853018" y="1225058"/>
            <a:ext cx="1694472" cy="2720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NVIDIA NGC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Catalog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C5D30C75-91EE-144E-9194-170A5C07EBFF}"/>
              </a:ext>
            </a:extLst>
          </p:cNvPr>
          <p:cNvSpPr txBox="1"/>
          <p:nvPr userDrawn="1"/>
        </p:nvSpPr>
        <p:spPr>
          <a:xfrm>
            <a:off x="7970192" y="1501205"/>
            <a:ext cx="996142" cy="2519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インポート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F0B0318-4060-E3A2-49FF-2FED2328BFA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705805" y="3160381"/>
            <a:ext cx="0" cy="790949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451CC98-2F47-23C0-4BEE-0572C981C7ED}"/>
              </a:ext>
            </a:extLst>
          </p:cNvPr>
          <p:cNvSpPr txBox="1"/>
          <p:nvPr userDrawn="1"/>
        </p:nvSpPr>
        <p:spPr>
          <a:xfrm>
            <a:off x="9921277" y="3901525"/>
            <a:ext cx="1564592" cy="6125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prstDash val="sys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アプリ</a:t>
            </a:r>
            <a:b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(AI 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チャットなど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D3EC29-CBCD-9095-1023-621D8E279B28}"/>
              </a:ext>
            </a:extLst>
          </p:cNvPr>
          <p:cNvSpPr txBox="1"/>
          <p:nvPr userDrawn="1"/>
        </p:nvSpPr>
        <p:spPr>
          <a:xfrm>
            <a:off x="2144412" y="3515329"/>
            <a:ext cx="1462946" cy="39412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Image Builder</a:t>
            </a:r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での</a:t>
            </a:r>
            <a:endParaRPr kumimoji="1" lang="en-US" altLang="ja-JP" sz="1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イメージ作成など</a:t>
            </a:r>
          </a:p>
        </p:txBody>
      </p:sp>
    </p:spTree>
    <p:extLst>
      <p:ext uri="{BB962C8B-B14F-4D97-AF65-F5344CB8AC3E}">
        <p14:creationId xmlns:p14="http://schemas.microsoft.com/office/powerpoint/2010/main" val="421651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5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39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6_白紙_ページ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96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60959" y="54187"/>
            <a:ext cx="12070081" cy="6746240"/>
          </a:xfrm>
          <a:prstGeom prst="rect">
            <a:avLst/>
          </a:prstGeom>
          <a:noFill/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7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83779" y="965316"/>
            <a:ext cx="11582400" cy="539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4D226AB8-D6D8-0343-CA65-35F7B3B21199}"/>
              </a:ext>
            </a:extLst>
          </p:cNvPr>
          <p:cNvSpPr txBox="1">
            <a:spLocks/>
          </p:cNvSpPr>
          <p:nvPr userDrawn="1"/>
        </p:nvSpPr>
        <p:spPr>
          <a:xfrm>
            <a:off x="11463582" y="6526103"/>
            <a:ext cx="6567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9D184D-9B32-4699-AE1A-1065AEA156A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768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4" r:id="rId3"/>
    <p:sldLayoutId id="2147483665" r:id="rId4"/>
    <p:sldLayoutId id="2147483669" r:id="rId5"/>
    <p:sldLayoutId id="2147483666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536575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80962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7156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34461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D8E0B-8418-2314-6761-F5EBA5BF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Nutanix</a:t>
            </a:r>
            <a:r>
              <a:rPr lang="ja-JP" altLang="en-US" dirty="0"/>
              <a:t> </a:t>
            </a:r>
            <a:r>
              <a:rPr lang="en-US" altLang="ja-JP" dirty="0"/>
              <a:t>Enterprise AI</a:t>
            </a:r>
            <a:r>
              <a:rPr lang="ja-JP" altLang="en-US" dirty="0"/>
              <a:t> </a:t>
            </a:r>
            <a:r>
              <a:rPr lang="en-US" altLang="ja-JP" dirty="0"/>
              <a:t>2.4 </a:t>
            </a:r>
            <a:r>
              <a:rPr lang="ja-JP" altLang="en-US" dirty="0"/>
              <a:t>ラボ </a:t>
            </a:r>
            <a:r>
              <a:rPr lang="en-US" altLang="ja-JP" dirty="0"/>
              <a:t>| </a:t>
            </a:r>
            <a:r>
              <a:rPr lang="ja-JP" altLang="en-US" dirty="0"/>
              <a:t>ブログの流れ</a:t>
            </a:r>
            <a:endParaRPr kumimoji="1" lang="ja-JP" altLang="en-US" dirty="0"/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7A29A217-9898-203C-4842-CF405F9A8844}"/>
              </a:ext>
            </a:extLst>
          </p:cNvPr>
          <p:cNvSpPr/>
          <p:nvPr/>
        </p:nvSpPr>
        <p:spPr>
          <a:xfrm>
            <a:off x="2964195" y="2789106"/>
            <a:ext cx="807317" cy="440546"/>
          </a:xfrm>
          <a:prstGeom prst="wedgeRectCallout">
            <a:avLst>
              <a:gd name="adj1" fmla="val -65579"/>
              <a:gd name="adj2" fmla="val -3500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Part-02</a:t>
            </a:r>
          </a:p>
        </p:txBody>
      </p:sp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95684176-BC61-063C-46FD-596770F2095E}"/>
              </a:ext>
            </a:extLst>
          </p:cNvPr>
          <p:cNvSpPr/>
          <p:nvPr/>
        </p:nvSpPr>
        <p:spPr>
          <a:xfrm>
            <a:off x="917121" y="3696429"/>
            <a:ext cx="907419" cy="410053"/>
          </a:xfrm>
          <a:prstGeom prst="wedgeRectCallout">
            <a:avLst>
              <a:gd name="adj1" fmla="val -7772"/>
              <a:gd name="adj2" fmla="val 9257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Part-01</a:t>
            </a:r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99E39F53-6C26-C8E0-F638-7632546F7F9C}"/>
              </a:ext>
            </a:extLst>
          </p:cNvPr>
          <p:cNvSpPr/>
          <p:nvPr/>
        </p:nvSpPr>
        <p:spPr>
          <a:xfrm>
            <a:off x="2964194" y="3424532"/>
            <a:ext cx="807317" cy="407633"/>
          </a:xfrm>
          <a:prstGeom prst="wedgeRectCallout">
            <a:avLst>
              <a:gd name="adj1" fmla="val 65905"/>
              <a:gd name="adj2" fmla="val 3054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Part-03</a:t>
            </a:r>
          </a:p>
        </p:txBody>
      </p:sp>
      <p:sp>
        <p:nvSpPr>
          <p:cNvPr id="33" name="吹き出し: 四角形 32">
            <a:extLst>
              <a:ext uri="{FF2B5EF4-FFF2-40B4-BE49-F238E27FC236}">
                <a16:creationId xmlns:a16="http://schemas.microsoft.com/office/drawing/2014/main" id="{F0DFA098-05CF-9D02-3B8C-DA42A2C085FE}"/>
              </a:ext>
            </a:extLst>
          </p:cNvPr>
          <p:cNvSpPr/>
          <p:nvPr/>
        </p:nvSpPr>
        <p:spPr>
          <a:xfrm>
            <a:off x="5667685" y="4025509"/>
            <a:ext cx="814587" cy="335222"/>
          </a:xfrm>
          <a:prstGeom prst="wedgeRectCallout">
            <a:avLst>
              <a:gd name="adj1" fmla="val 67947"/>
              <a:gd name="adj2" fmla="val -2997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Part-04</a:t>
            </a:r>
          </a:p>
        </p:txBody>
      </p:sp>
      <p:sp>
        <p:nvSpPr>
          <p:cNvPr id="34" name="吹き出し: 四角形 33">
            <a:extLst>
              <a:ext uri="{FF2B5EF4-FFF2-40B4-BE49-F238E27FC236}">
                <a16:creationId xmlns:a16="http://schemas.microsoft.com/office/drawing/2014/main" id="{E2559814-A749-799D-7667-F3DC944BB44D}"/>
              </a:ext>
            </a:extLst>
          </p:cNvPr>
          <p:cNvSpPr/>
          <p:nvPr/>
        </p:nvSpPr>
        <p:spPr>
          <a:xfrm>
            <a:off x="8151613" y="4451473"/>
            <a:ext cx="814587" cy="335222"/>
          </a:xfrm>
          <a:prstGeom prst="wedgeRectCallout">
            <a:avLst>
              <a:gd name="adj1" fmla="val -10007"/>
              <a:gd name="adj2" fmla="val -86799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Part-05</a:t>
            </a:r>
          </a:p>
        </p:txBody>
      </p:sp>
      <p:sp>
        <p:nvSpPr>
          <p:cNvPr id="39" name="吹き出し: 四角形 38">
            <a:extLst>
              <a:ext uri="{FF2B5EF4-FFF2-40B4-BE49-F238E27FC236}">
                <a16:creationId xmlns:a16="http://schemas.microsoft.com/office/drawing/2014/main" id="{E766B18F-A8A3-C3A4-2F49-FA51DB46FDD4}"/>
              </a:ext>
            </a:extLst>
          </p:cNvPr>
          <p:cNvSpPr/>
          <p:nvPr/>
        </p:nvSpPr>
        <p:spPr>
          <a:xfrm>
            <a:off x="7553495" y="3009379"/>
            <a:ext cx="877908" cy="351580"/>
          </a:xfrm>
          <a:prstGeom prst="wedgeRectCallout">
            <a:avLst>
              <a:gd name="adj1" fmla="val -8677"/>
              <a:gd name="adj2" fmla="val -7890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Part-06</a:t>
            </a:r>
          </a:p>
        </p:txBody>
      </p:sp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5B8BF82F-6EFE-A292-8C58-C32A76EC1C0F}"/>
              </a:ext>
            </a:extLst>
          </p:cNvPr>
          <p:cNvSpPr/>
          <p:nvPr/>
        </p:nvSpPr>
        <p:spPr>
          <a:xfrm>
            <a:off x="9843329" y="1472300"/>
            <a:ext cx="811144" cy="372876"/>
          </a:xfrm>
          <a:prstGeom prst="wedgeRectCallout">
            <a:avLst>
              <a:gd name="adj1" fmla="val -34214"/>
              <a:gd name="adj2" fmla="val 11201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Part-07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DD5DF7A1-3227-25D8-A4B2-E3C60B596065}"/>
              </a:ext>
            </a:extLst>
          </p:cNvPr>
          <p:cNvSpPr/>
          <p:nvPr/>
        </p:nvSpPr>
        <p:spPr>
          <a:xfrm>
            <a:off x="10813735" y="1298562"/>
            <a:ext cx="811144" cy="372876"/>
          </a:xfrm>
          <a:prstGeom prst="wedgeRectCallout">
            <a:avLst>
              <a:gd name="adj1" fmla="val -34214"/>
              <a:gd name="adj2" fmla="val 11201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Part-08</a:t>
            </a:r>
          </a:p>
        </p:txBody>
      </p:sp>
    </p:spTree>
    <p:extLst>
      <p:ext uri="{BB962C8B-B14F-4D97-AF65-F5344CB8AC3E}">
        <p14:creationId xmlns:p14="http://schemas.microsoft.com/office/powerpoint/2010/main" val="38817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5A52D3-7B5E-CCFA-8436-FEFC13BD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NAI 2.4 | Part-01</a:t>
            </a:r>
            <a:r>
              <a:rPr kumimoji="1" lang="ja-JP" altLang="en-US" dirty="0"/>
              <a:t>：前提インフラの準備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223B8D-5549-24F1-487D-38264CF8F480}"/>
              </a:ext>
            </a:extLst>
          </p:cNvPr>
          <p:cNvSpPr/>
          <p:nvPr/>
        </p:nvSpPr>
        <p:spPr>
          <a:xfrm>
            <a:off x="3914775" y="811658"/>
            <a:ext cx="7943850" cy="4912868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45F678D-428D-2D65-6719-5A58B7D41CFC}"/>
              </a:ext>
            </a:extLst>
          </p:cNvPr>
          <p:cNvSpPr/>
          <p:nvPr/>
        </p:nvSpPr>
        <p:spPr>
          <a:xfrm>
            <a:off x="567122" y="811658"/>
            <a:ext cx="3347654" cy="3379342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99A68264-09B1-F65D-F80F-4808CB47C2DD}"/>
              </a:ext>
            </a:extLst>
          </p:cNvPr>
          <p:cNvSpPr/>
          <p:nvPr/>
        </p:nvSpPr>
        <p:spPr>
          <a:xfrm>
            <a:off x="3775971" y="4491718"/>
            <a:ext cx="2705215" cy="410053"/>
          </a:xfrm>
          <a:prstGeom prst="wedgeRectCallout">
            <a:avLst>
              <a:gd name="adj1" fmla="val -100958"/>
              <a:gd name="adj2" fmla="val 4092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 Central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の展開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5CBE6B45-C0C6-FE89-ACBE-4C164F74562C}"/>
              </a:ext>
            </a:extLst>
          </p:cNvPr>
          <p:cNvSpPr/>
          <p:nvPr/>
        </p:nvSpPr>
        <p:spPr>
          <a:xfrm>
            <a:off x="8629325" y="4869493"/>
            <a:ext cx="3107149" cy="410053"/>
          </a:xfrm>
          <a:prstGeom prst="wedgeRectCallout">
            <a:avLst>
              <a:gd name="adj1" fmla="val -33937"/>
              <a:gd name="adj2" fmla="val 17570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搭載した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AHV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クラスタの用意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78090541-87C3-D1F6-31B9-A3440F9C5A50}"/>
              </a:ext>
            </a:extLst>
          </p:cNvPr>
          <p:cNvSpPr/>
          <p:nvPr/>
        </p:nvSpPr>
        <p:spPr>
          <a:xfrm>
            <a:off x="4077421" y="5108122"/>
            <a:ext cx="2705215" cy="410053"/>
          </a:xfrm>
          <a:prstGeom prst="wedgeRectCallout">
            <a:avLst>
              <a:gd name="adj1" fmla="val -59356"/>
              <a:gd name="adj2" fmla="val 3112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 Files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サーバーの用意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450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660D4-25B9-18E7-7AA6-B9A29BC3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Part-02</a:t>
            </a:r>
            <a:r>
              <a:rPr lang="ja-JP" altLang="en-US" dirty="0"/>
              <a:t>：作業用マシンの準備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F74A6E-0DF2-3281-5F3A-7D47D67C4B88}"/>
              </a:ext>
            </a:extLst>
          </p:cNvPr>
          <p:cNvSpPr/>
          <p:nvPr/>
        </p:nvSpPr>
        <p:spPr>
          <a:xfrm>
            <a:off x="3914775" y="811658"/>
            <a:ext cx="7943850" cy="4912868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9417CC7A-8AA2-E18E-BAFB-BB5E0B50F4ED}"/>
              </a:ext>
            </a:extLst>
          </p:cNvPr>
          <p:cNvSpPr/>
          <p:nvPr/>
        </p:nvSpPr>
        <p:spPr>
          <a:xfrm>
            <a:off x="3390784" y="1688230"/>
            <a:ext cx="2939678" cy="410053"/>
          </a:xfrm>
          <a:prstGeom prst="wedgeRectCallout">
            <a:avLst>
              <a:gd name="adj1" fmla="val -75936"/>
              <a:gd name="adj2" fmla="val -808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Kubernetes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関連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CLI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のインストール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94D3967A-40B1-539B-0FF9-D030CDEAF62C}"/>
              </a:ext>
            </a:extLst>
          </p:cNvPr>
          <p:cNvSpPr/>
          <p:nvPr/>
        </p:nvSpPr>
        <p:spPr>
          <a:xfrm>
            <a:off x="3390784" y="2733254"/>
            <a:ext cx="2939678" cy="410053"/>
          </a:xfrm>
          <a:prstGeom prst="wedgeRectCallout">
            <a:avLst>
              <a:gd name="adj1" fmla="val -75477"/>
              <a:gd name="adj2" fmla="val -12983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Docker or </a:t>
            </a:r>
            <a:r>
              <a:rPr lang="en-US" altLang="ja-JP" sz="1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Podman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インストール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815BE6A6-2E3C-AA06-9C9B-41E39015C2DE}"/>
              </a:ext>
            </a:extLst>
          </p:cNvPr>
          <p:cNvSpPr/>
          <p:nvPr/>
        </p:nvSpPr>
        <p:spPr>
          <a:xfrm>
            <a:off x="3390784" y="2210742"/>
            <a:ext cx="2939678" cy="410053"/>
          </a:xfrm>
          <a:prstGeom prst="wedgeRectCallout">
            <a:avLst>
              <a:gd name="adj1" fmla="val -75936"/>
              <a:gd name="adj2" fmla="val -563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CLI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のインストール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7FF7123-A62F-5AB9-FE63-0F3D9DCA12B0}"/>
              </a:ext>
            </a:extLst>
          </p:cNvPr>
          <p:cNvSpPr/>
          <p:nvPr/>
        </p:nvSpPr>
        <p:spPr>
          <a:xfrm>
            <a:off x="1695813" y="1396676"/>
            <a:ext cx="906710" cy="760528"/>
          </a:xfrm>
          <a:prstGeom prst="roundRect">
            <a:avLst>
              <a:gd name="adj" fmla="val 8621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763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F946-2832-7B7E-089E-7687F70F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87BB9F-5A4F-E77B-B9E6-F276BECE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Part-03</a:t>
            </a:r>
            <a:r>
              <a:rPr lang="ja-JP" altLang="en-US" dirty="0"/>
              <a:t>：</a:t>
            </a:r>
            <a:r>
              <a:rPr lang="en-US" altLang="ja-JP" dirty="0"/>
              <a:t>NKP </a:t>
            </a:r>
            <a:r>
              <a:rPr lang="ja-JP" altLang="en-US" dirty="0"/>
              <a:t>クラスタの準備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7149783-8D3D-26D2-439A-B7EC8D5301BE}"/>
              </a:ext>
            </a:extLst>
          </p:cNvPr>
          <p:cNvSpPr/>
          <p:nvPr/>
        </p:nvSpPr>
        <p:spPr>
          <a:xfrm>
            <a:off x="4629149" y="811658"/>
            <a:ext cx="7229475" cy="255066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6A50748-83CD-BCC9-7A48-C01914FD9A5F}"/>
              </a:ext>
            </a:extLst>
          </p:cNvPr>
          <p:cNvSpPr/>
          <p:nvPr/>
        </p:nvSpPr>
        <p:spPr>
          <a:xfrm>
            <a:off x="9801225" y="3362325"/>
            <a:ext cx="2057400" cy="2362202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46E4817-BE33-F982-4782-A44DBF907391}"/>
              </a:ext>
            </a:extLst>
          </p:cNvPr>
          <p:cNvSpPr/>
          <p:nvPr/>
        </p:nvSpPr>
        <p:spPr>
          <a:xfrm>
            <a:off x="6505575" y="3552825"/>
            <a:ext cx="1576564" cy="87007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B4D498-0EF0-9293-546E-BB63D3D6ECA9}"/>
              </a:ext>
            </a:extLst>
          </p:cNvPr>
          <p:cNvSpPr/>
          <p:nvPr/>
        </p:nvSpPr>
        <p:spPr>
          <a:xfrm>
            <a:off x="8082139" y="3552825"/>
            <a:ext cx="1119891" cy="87007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D7A3873E-F3C2-B1F8-619B-31F60FAA79AC}"/>
              </a:ext>
            </a:extLst>
          </p:cNvPr>
          <p:cNvSpPr/>
          <p:nvPr/>
        </p:nvSpPr>
        <p:spPr>
          <a:xfrm>
            <a:off x="4309476" y="2341266"/>
            <a:ext cx="2623887" cy="671420"/>
          </a:xfrm>
          <a:prstGeom prst="wedgeRectCallout">
            <a:avLst>
              <a:gd name="adj1" fmla="val -50661"/>
              <a:gd name="adj2" fmla="val 9924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管理クラスタの作成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・ライセンス キーの登録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用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Storage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Class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1676C035-49D6-8947-94E5-0F2E1F8D088F}"/>
              </a:ext>
            </a:extLst>
          </p:cNvPr>
          <p:cNvSpPr/>
          <p:nvPr/>
        </p:nvSpPr>
        <p:spPr>
          <a:xfrm>
            <a:off x="8561196" y="4330840"/>
            <a:ext cx="3155685" cy="502111"/>
          </a:xfrm>
          <a:prstGeom prst="wedgeRectCallout">
            <a:avLst>
              <a:gd name="adj1" fmla="val -37713"/>
              <a:gd name="adj2" fmla="val 9394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ノードプールの追加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NVIDIA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Operator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のインストール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216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08D5-E1B3-E3D5-7490-68381064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274205-5ED7-5379-E43A-13EED3C1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Part-04</a:t>
            </a:r>
            <a:r>
              <a:rPr lang="ja-JP" altLang="en-US" dirty="0"/>
              <a:t>：要件ソフトウェアのインストール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2FBAA4-D97E-5F7F-154D-7EF3B3B21C47}"/>
              </a:ext>
            </a:extLst>
          </p:cNvPr>
          <p:cNvSpPr/>
          <p:nvPr/>
        </p:nvSpPr>
        <p:spPr>
          <a:xfrm>
            <a:off x="9801225" y="3362325"/>
            <a:ext cx="2057400" cy="2362202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F32B04-2A7F-9E82-D8B3-072E804E172D}"/>
              </a:ext>
            </a:extLst>
          </p:cNvPr>
          <p:cNvSpPr/>
          <p:nvPr/>
        </p:nvSpPr>
        <p:spPr>
          <a:xfrm>
            <a:off x="8082139" y="3552825"/>
            <a:ext cx="1119891" cy="87007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F4D131F-8B68-C614-C426-EC20C9663A48}"/>
              </a:ext>
            </a:extLst>
          </p:cNvPr>
          <p:cNvSpPr/>
          <p:nvPr/>
        </p:nvSpPr>
        <p:spPr>
          <a:xfrm>
            <a:off x="4629149" y="811658"/>
            <a:ext cx="7229475" cy="255066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C136270B-19BA-C71E-F617-5FC56B438512}"/>
              </a:ext>
            </a:extLst>
          </p:cNvPr>
          <p:cNvSpPr/>
          <p:nvPr/>
        </p:nvSpPr>
        <p:spPr>
          <a:xfrm>
            <a:off x="7163208" y="2567123"/>
            <a:ext cx="3236836" cy="671420"/>
          </a:xfrm>
          <a:prstGeom prst="wedgeRectCallout">
            <a:avLst>
              <a:gd name="adj1" fmla="val -33677"/>
              <a:gd name="adj2" fmla="val 10223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Envoy Gateway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のインストール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(Helm)</a:t>
            </a: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KServe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のインストール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(Helm)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27B430C-8AAD-7C5E-E1CC-42FC2E07E039}"/>
              </a:ext>
            </a:extLst>
          </p:cNvPr>
          <p:cNvSpPr/>
          <p:nvPr/>
        </p:nvSpPr>
        <p:spPr>
          <a:xfrm>
            <a:off x="6613139" y="3596319"/>
            <a:ext cx="1432976" cy="807315"/>
          </a:xfrm>
          <a:prstGeom prst="roundRect">
            <a:avLst>
              <a:gd name="adj" fmla="val 8621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422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1CCC1-DA53-2B2B-4AEF-396023BF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0D3B4-F3A2-1471-B2D2-4EEEAE7B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Part-05</a:t>
            </a:r>
            <a:r>
              <a:rPr lang="ja-JP" altLang="en-US"/>
              <a:t>：</a:t>
            </a:r>
            <a:r>
              <a:rPr lang="en-US" altLang="ja-JP"/>
              <a:t>NAI</a:t>
            </a:r>
            <a:r>
              <a:rPr lang="ja-JP" altLang="en-US" dirty="0"/>
              <a:t>（</a:t>
            </a:r>
            <a:r>
              <a:rPr lang="en-US" altLang="ja-JP" dirty="0"/>
              <a:t>nai-core</a:t>
            </a:r>
            <a:r>
              <a:rPr lang="ja-JP" altLang="en-US" dirty="0"/>
              <a:t>）のインストール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7E0777-3CDD-B28C-8AC4-CA10977693BC}"/>
              </a:ext>
            </a:extLst>
          </p:cNvPr>
          <p:cNvSpPr/>
          <p:nvPr/>
        </p:nvSpPr>
        <p:spPr>
          <a:xfrm>
            <a:off x="9781129" y="3727937"/>
            <a:ext cx="1885008" cy="102493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1D0FAC8-F554-056E-10CB-E33F3DF843ED}"/>
              </a:ext>
            </a:extLst>
          </p:cNvPr>
          <p:cNvSpPr/>
          <p:nvPr/>
        </p:nvSpPr>
        <p:spPr>
          <a:xfrm>
            <a:off x="7375490" y="2059912"/>
            <a:ext cx="3707842" cy="117565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A00331B-04DE-F5D2-BF21-32F18D304FFE}"/>
              </a:ext>
            </a:extLst>
          </p:cNvPr>
          <p:cNvSpPr/>
          <p:nvPr/>
        </p:nvSpPr>
        <p:spPr>
          <a:xfrm>
            <a:off x="7375490" y="832218"/>
            <a:ext cx="2291024" cy="946342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C8190C05-C72E-F58D-7C00-C784EBA9258D}"/>
              </a:ext>
            </a:extLst>
          </p:cNvPr>
          <p:cNvSpPr/>
          <p:nvPr/>
        </p:nvSpPr>
        <p:spPr>
          <a:xfrm>
            <a:off x="8572547" y="4529730"/>
            <a:ext cx="2510785" cy="410053"/>
          </a:xfrm>
          <a:prstGeom prst="wedgeRectCallout">
            <a:avLst>
              <a:gd name="adj1" fmla="val -33434"/>
              <a:gd name="adj2" fmla="val -963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のインストール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(Helm)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D1576B04-F451-D7D2-5E54-4DEA00FD8BDE}"/>
              </a:ext>
            </a:extLst>
          </p:cNvPr>
          <p:cNvSpPr/>
          <p:nvPr/>
        </p:nvSpPr>
        <p:spPr>
          <a:xfrm>
            <a:off x="6461739" y="725557"/>
            <a:ext cx="2510785" cy="410053"/>
          </a:xfrm>
          <a:prstGeom prst="wedgeRectCallout">
            <a:avLst>
              <a:gd name="adj1" fmla="val -34235"/>
              <a:gd name="adj2" fmla="val 10709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 UI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での初期設定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748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3B2E-25E8-C779-2BA4-03F5CA5C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D34-C09C-9081-25CD-29BB2FA3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Part-06</a:t>
            </a:r>
            <a:r>
              <a:rPr lang="ja-JP" altLang="en-US" dirty="0"/>
              <a:t>：</a:t>
            </a:r>
            <a:r>
              <a:rPr lang="en-US" altLang="ja-JP" dirty="0"/>
              <a:t>NAI-UI </a:t>
            </a:r>
            <a:r>
              <a:rPr lang="ja-JP" altLang="en-US" dirty="0"/>
              <a:t>でのモデル ダウンロード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9B4C2FE-0443-C150-D607-29174F0D861D}"/>
              </a:ext>
            </a:extLst>
          </p:cNvPr>
          <p:cNvSpPr/>
          <p:nvPr/>
        </p:nvSpPr>
        <p:spPr>
          <a:xfrm>
            <a:off x="9781129" y="3727937"/>
            <a:ext cx="1885008" cy="102493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5857363-BD34-5C0F-6727-42C25F5103A6}"/>
              </a:ext>
            </a:extLst>
          </p:cNvPr>
          <p:cNvSpPr/>
          <p:nvPr/>
        </p:nvSpPr>
        <p:spPr>
          <a:xfrm>
            <a:off x="8953080" y="2059912"/>
            <a:ext cx="2130251" cy="117565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1C07D3-2D36-297C-5B1C-04FA1049B078}"/>
              </a:ext>
            </a:extLst>
          </p:cNvPr>
          <p:cNvSpPr/>
          <p:nvPr/>
        </p:nvSpPr>
        <p:spPr>
          <a:xfrm>
            <a:off x="7827666" y="1215849"/>
            <a:ext cx="1778558" cy="311500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38C24C2B-CF8B-D078-FE9D-BE4B53DD18A3}"/>
              </a:ext>
            </a:extLst>
          </p:cNvPr>
          <p:cNvSpPr/>
          <p:nvPr/>
        </p:nvSpPr>
        <p:spPr>
          <a:xfrm>
            <a:off x="4941090" y="805796"/>
            <a:ext cx="2510785" cy="410053"/>
          </a:xfrm>
          <a:prstGeom prst="wedgeRectCallout">
            <a:avLst>
              <a:gd name="adj1" fmla="val 8587"/>
              <a:gd name="adj2" fmla="val 899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Hugging Face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トークンの登録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0C6347E2-DC7D-DB68-7489-64708D71B49E}"/>
              </a:ext>
            </a:extLst>
          </p:cNvPr>
          <p:cNvSpPr/>
          <p:nvPr/>
        </p:nvSpPr>
        <p:spPr>
          <a:xfrm>
            <a:off x="9165400" y="2167346"/>
            <a:ext cx="2710827" cy="410053"/>
          </a:xfrm>
          <a:prstGeom prst="wedgeRectCallout">
            <a:avLst>
              <a:gd name="adj1" fmla="val -63050"/>
              <a:gd name="adj2" fmla="val -3013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モデルのインポート・アクセス許可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88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66DEB-E697-99C2-0F0A-3EE00F3C5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7EDDA-7BC6-640A-65C0-5B890EDC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Part-07</a:t>
            </a:r>
            <a:r>
              <a:rPr lang="ja-JP" altLang="en-US" dirty="0"/>
              <a:t>：</a:t>
            </a:r>
            <a:r>
              <a:rPr lang="en-US" altLang="ja-JP" dirty="0"/>
              <a:t>NAI-UI </a:t>
            </a:r>
            <a:r>
              <a:rPr lang="ja-JP" altLang="en-US" dirty="0"/>
              <a:t>でのエンドポイント作成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090E4A2-337B-A8E5-2E48-F86B1B385F88}"/>
              </a:ext>
            </a:extLst>
          </p:cNvPr>
          <p:cNvSpPr/>
          <p:nvPr/>
        </p:nvSpPr>
        <p:spPr>
          <a:xfrm>
            <a:off x="9781129" y="3727937"/>
            <a:ext cx="1885008" cy="102493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A74349-7B01-3FB5-7588-92F11375C533}"/>
              </a:ext>
            </a:extLst>
          </p:cNvPr>
          <p:cNvSpPr/>
          <p:nvPr/>
        </p:nvSpPr>
        <p:spPr>
          <a:xfrm>
            <a:off x="7827666" y="1215849"/>
            <a:ext cx="1778558" cy="311500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41FB4C20-B968-9926-D198-C1479F263757}"/>
              </a:ext>
            </a:extLst>
          </p:cNvPr>
          <p:cNvSpPr/>
          <p:nvPr/>
        </p:nvSpPr>
        <p:spPr>
          <a:xfrm>
            <a:off x="9155352" y="1371599"/>
            <a:ext cx="2710827" cy="410053"/>
          </a:xfrm>
          <a:prstGeom prst="wedgeRectCallout">
            <a:avLst>
              <a:gd name="adj1" fmla="val 8861"/>
              <a:gd name="adj2" fmla="val 13159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エンドポイントの作成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026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CF68-1BB8-8669-4BDE-E757C51C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E84D09-78C2-5CA9-D722-E3B7221C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Part-08</a:t>
            </a:r>
            <a:r>
              <a:rPr lang="ja-JP" altLang="en-US" dirty="0"/>
              <a:t>：</a:t>
            </a:r>
            <a:r>
              <a:rPr lang="en-US" altLang="ja-JP" dirty="0"/>
              <a:t>NVIDIA NIM </a:t>
            </a:r>
            <a:r>
              <a:rPr lang="ja-JP" altLang="en-US" dirty="0"/>
              <a:t>の利用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07D7A8-2F5A-E9EB-4EAD-9386D76FBCD9}"/>
              </a:ext>
            </a:extLst>
          </p:cNvPr>
          <p:cNvSpPr/>
          <p:nvPr/>
        </p:nvSpPr>
        <p:spPr>
          <a:xfrm>
            <a:off x="9781129" y="3727937"/>
            <a:ext cx="1885008" cy="102493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A1F4C6C7-93F4-FFD3-5131-5759DF31AB4E}"/>
              </a:ext>
            </a:extLst>
          </p:cNvPr>
          <p:cNvSpPr/>
          <p:nvPr/>
        </p:nvSpPr>
        <p:spPr>
          <a:xfrm>
            <a:off x="9781129" y="1328072"/>
            <a:ext cx="1885008" cy="504839"/>
          </a:xfrm>
          <a:prstGeom prst="wedgeRectCallout">
            <a:avLst>
              <a:gd name="adj1" fmla="val 7472"/>
              <a:gd name="adj2" fmla="val 10464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・モデルのインポート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・エンドポイントの作成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B78E4E5A-D396-783C-E612-2721199A96DA}"/>
              </a:ext>
            </a:extLst>
          </p:cNvPr>
          <p:cNvSpPr/>
          <p:nvPr/>
        </p:nvSpPr>
        <p:spPr>
          <a:xfrm>
            <a:off x="4941090" y="805796"/>
            <a:ext cx="2510785" cy="410053"/>
          </a:xfrm>
          <a:prstGeom prst="wedgeRectCallout">
            <a:avLst>
              <a:gd name="adj1" fmla="val 8587"/>
              <a:gd name="adj2" fmla="val 899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NGC API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キーの登録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80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28B60-9FE0-A8E9-B852-BD9179058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AF449B-8158-1422-7A77-40E6DBE3F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2.4 | </a:t>
            </a:r>
            <a:r>
              <a:rPr lang="ja-JP" altLang="en-US" dirty="0"/>
              <a:t>デモ アプリの登録・起動</a:t>
            </a:r>
            <a:endParaRPr kumimoji="1" lang="ja-JP" altLang="en-US" dirty="0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9EB89B69-1020-7521-2A00-2E16B9622FB8}"/>
              </a:ext>
            </a:extLst>
          </p:cNvPr>
          <p:cNvSpPr/>
          <p:nvPr/>
        </p:nvSpPr>
        <p:spPr>
          <a:xfrm>
            <a:off x="9700742" y="1328072"/>
            <a:ext cx="2085050" cy="420341"/>
          </a:xfrm>
          <a:prstGeom prst="wedgeRectCallout">
            <a:avLst>
              <a:gd name="adj1" fmla="val 7472"/>
              <a:gd name="adj2" fmla="val 1261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エンドポイントは作成済み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E4ED52A0-4EBA-9E49-968B-42438393348A}"/>
              </a:ext>
            </a:extLst>
          </p:cNvPr>
          <p:cNvSpPr/>
          <p:nvPr/>
        </p:nvSpPr>
        <p:spPr>
          <a:xfrm>
            <a:off x="9700741" y="4899417"/>
            <a:ext cx="2165437" cy="516645"/>
          </a:xfrm>
          <a:prstGeom prst="wedgeRectCallout">
            <a:avLst>
              <a:gd name="adj1" fmla="val 7508"/>
              <a:gd name="adj2" fmla="val -12274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デモ アプリから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エンドポイントに接続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823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9A46-218F-E517-5D04-F709150C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94B7B0-B4D7-8924-D769-9FFE989D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グレーアウト</a:t>
            </a:r>
            <a:endParaRPr kumimoji="1" lang="ja-JP" altLang="en-US" dirty="0"/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CAFDD0A5-2CA3-C267-5BC5-5E70B06E1F1D}"/>
              </a:ext>
            </a:extLst>
          </p:cNvPr>
          <p:cNvSpPr/>
          <p:nvPr/>
        </p:nvSpPr>
        <p:spPr>
          <a:xfrm>
            <a:off x="2964195" y="2789106"/>
            <a:ext cx="807317" cy="440546"/>
          </a:xfrm>
          <a:prstGeom prst="wedgeRectCallout">
            <a:avLst>
              <a:gd name="adj1" fmla="val -65579"/>
              <a:gd name="adj2" fmla="val -3500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Part-02</a:t>
            </a:r>
          </a:p>
        </p:txBody>
      </p:sp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D467D130-8037-7470-90E9-929DE137E4DA}"/>
              </a:ext>
            </a:extLst>
          </p:cNvPr>
          <p:cNvSpPr/>
          <p:nvPr/>
        </p:nvSpPr>
        <p:spPr>
          <a:xfrm>
            <a:off x="917121" y="3696429"/>
            <a:ext cx="907419" cy="410053"/>
          </a:xfrm>
          <a:prstGeom prst="wedgeRectCallout">
            <a:avLst>
              <a:gd name="adj1" fmla="val -7772"/>
              <a:gd name="adj2" fmla="val 9257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Part-01</a:t>
            </a:r>
          </a:p>
        </p:txBody>
      </p:sp>
      <p:sp>
        <p:nvSpPr>
          <p:cNvPr id="30" name="吹き出し: 四角形 29">
            <a:extLst>
              <a:ext uri="{FF2B5EF4-FFF2-40B4-BE49-F238E27FC236}">
                <a16:creationId xmlns:a16="http://schemas.microsoft.com/office/drawing/2014/main" id="{4D3D4E64-2A28-A34B-0EB3-B1512B6F4BB3}"/>
              </a:ext>
            </a:extLst>
          </p:cNvPr>
          <p:cNvSpPr/>
          <p:nvPr/>
        </p:nvSpPr>
        <p:spPr>
          <a:xfrm>
            <a:off x="2964194" y="3424532"/>
            <a:ext cx="807317" cy="407633"/>
          </a:xfrm>
          <a:prstGeom prst="wedgeRectCallout">
            <a:avLst>
              <a:gd name="adj1" fmla="val 65905"/>
              <a:gd name="adj2" fmla="val 3054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Part-03</a:t>
            </a:r>
          </a:p>
        </p:txBody>
      </p:sp>
      <p:sp>
        <p:nvSpPr>
          <p:cNvPr id="33" name="吹き出し: 四角形 32">
            <a:extLst>
              <a:ext uri="{FF2B5EF4-FFF2-40B4-BE49-F238E27FC236}">
                <a16:creationId xmlns:a16="http://schemas.microsoft.com/office/drawing/2014/main" id="{96B834FC-00B0-0A8D-D807-45171A29E607}"/>
              </a:ext>
            </a:extLst>
          </p:cNvPr>
          <p:cNvSpPr/>
          <p:nvPr/>
        </p:nvSpPr>
        <p:spPr>
          <a:xfrm>
            <a:off x="5667685" y="4025509"/>
            <a:ext cx="814587" cy="335222"/>
          </a:xfrm>
          <a:prstGeom prst="wedgeRectCallout">
            <a:avLst>
              <a:gd name="adj1" fmla="val 67947"/>
              <a:gd name="adj2" fmla="val -2997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Part-04</a:t>
            </a:r>
          </a:p>
        </p:txBody>
      </p:sp>
      <p:sp>
        <p:nvSpPr>
          <p:cNvPr id="34" name="吹き出し: 四角形 33">
            <a:extLst>
              <a:ext uri="{FF2B5EF4-FFF2-40B4-BE49-F238E27FC236}">
                <a16:creationId xmlns:a16="http://schemas.microsoft.com/office/drawing/2014/main" id="{9A8AEFA6-BBC5-F086-4C3D-41B06D14A1DD}"/>
              </a:ext>
            </a:extLst>
          </p:cNvPr>
          <p:cNvSpPr/>
          <p:nvPr/>
        </p:nvSpPr>
        <p:spPr>
          <a:xfrm>
            <a:off x="8151613" y="4451473"/>
            <a:ext cx="814587" cy="335222"/>
          </a:xfrm>
          <a:prstGeom prst="wedgeRectCallout">
            <a:avLst>
              <a:gd name="adj1" fmla="val -10007"/>
              <a:gd name="adj2" fmla="val -86799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Part-05</a:t>
            </a:r>
          </a:p>
        </p:txBody>
      </p:sp>
      <p:sp>
        <p:nvSpPr>
          <p:cNvPr id="39" name="吹き出し: 四角形 38">
            <a:extLst>
              <a:ext uri="{FF2B5EF4-FFF2-40B4-BE49-F238E27FC236}">
                <a16:creationId xmlns:a16="http://schemas.microsoft.com/office/drawing/2014/main" id="{3CC80112-3285-7F38-7824-0BBB0328F634}"/>
              </a:ext>
            </a:extLst>
          </p:cNvPr>
          <p:cNvSpPr/>
          <p:nvPr/>
        </p:nvSpPr>
        <p:spPr>
          <a:xfrm>
            <a:off x="7553495" y="3009379"/>
            <a:ext cx="877908" cy="351580"/>
          </a:xfrm>
          <a:prstGeom prst="wedgeRectCallout">
            <a:avLst>
              <a:gd name="adj1" fmla="val -8677"/>
              <a:gd name="adj2" fmla="val -7890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Part-06</a:t>
            </a:r>
          </a:p>
        </p:txBody>
      </p:sp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573317A1-239C-741A-3F78-B2BB82B6701B}"/>
              </a:ext>
            </a:extLst>
          </p:cNvPr>
          <p:cNvSpPr/>
          <p:nvPr/>
        </p:nvSpPr>
        <p:spPr>
          <a:xfrm>
            <a:off x="9843329" y="1472300"/>
            <a:ext cx="811144" cy="372876"/>
          </a:xfrm>
          <a:prstGeom prst="wedgeRectCallout">
            <a:avLst>
              <a:gd name="adj1" fmla="val -34214"/>
              <a:gd name="adj2" fmla="val 11201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Part-07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7F79AF7C-0A41-45BC-414A-CAB3026635BE}"/>
              </a:ext>
            </a:extLst>
          </p:cNvPr>
          <p:cNvSpPr/>
          <p:nvPr/>
        </p:nvSpPr>
        <p:spPr>
          <a:xfrm>
            <a:off x="10813735" y="1298562"/>
            <a:ext cx="811144" cy="372876"/>
          </a:xfrm>
          <a:prstGeom prst="wedgeRectCallout">
            <a:avLst>
              <a:gd name="adj1" fmla="val -34214"/>
              <a:gd name="adj2" fmla="val 11201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Part-08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1FEAE38-EC0D-6F68-7F6D-2F2E04A69DAA}"/>
              </a:ext>
            </a:extLst>
          </p:cNvPr>
          <p:cNvSpPr/>
          <p:nvPr/>
        </p:nvSpPr>
        <p:spPr>
          <a:xfrm>
            <a:off x="3914775" y="716032"/>
            <a:ext cx="7943850" cy="500849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4F59D08-8945-E6D0-30F8-05A075DE26F4}"/>
              </a:ext>
            </a:extLst>
          </p:cNvPr>
          <p:cNvSpPr/>
          <p:nvPr/>
        </p:nvSpPr>
        <p:spPr>
          <a:xfrm>
            <a:off x="567122" y="716032"/>
            <a:ext cx="3347654" cy="3474968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41BE22-389B-5A74-B414-5A8A2ECE9FF3}"/>
              </a:ext>
            </a:extLst>
          </p:cNvPr>
          <p:cNvSpPr/>
          <p:nvPr/>
        </p:nvSpPr>
        <p:spPr>
          <a:xfrm>
            <a:off x="6284529" y="3502998"/>
            <a:ext cx="1771445" cy="948475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B253D95-EA18-4FFF-CE33-67F43BD7452C}"/>
              </a:ext>
            </a:extLst>
          </p:cNvPr>
          <p:cNvSpPr/>
          <p:nvPr/>
        </p:nvSpPr>
        <p:spPr>
          <a:xfrm>
            <a:off x="8151613" y="3502998"/>
            <a:ext cx="1076193" cy="948475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A4C072B-03D9-2417-5551-19D2A35C353C}"/>
              </a:ext>
            </a:extLst>
          </p:cNvPr>
          <p:cNvSpPr/>
          <p:nvPr/>
        </p:nvSpPr>
        <p:spPr>
          <a:xfrm>
            <a:off x="7372454" y="2105858"/>
            <a:ext cx="1514371" cy="112379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4463495-5A8E-755A-D8C6-883B0F30AD18}"/>
              </a:ext>
            </a:extLst>
          </p:cNvPr>
          <p:cNvSpPr/>
          <p:nvPr/>
        </p:nvSpPr>
        <p:spPr>
          <a:xfrm>
            <a:off x="4743451" y="1248068"/>
            <a:ext cx="2552700" cy="188565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1101C63-FBFD-E5E8-96CD-66C0E96057DB}"/>
              </a:ext>
            </a:extLst>
          </p:cNvPr>
          <p:cNvSpPr/>
          <p:nvPr/>
        </p:nvSpPr>
        <p:spPr>
          <a:xfrm>
            <a:off x="8963129" y="2105858"/>
            <a:ext cx="2115004" cy="1123794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A4E7A4A-5D89-0E15-0C8D-FC32A272C093}"/>
              </a:ext>
            </a:extLst>
          </p:cNvPr>
          <p:cNvSpPr/>
          <p:nvPr/>
        </p:nvSpPr>
        <p:spPr>
          <a:xfrm>
            <a:off x="9756233" y="3798834"/>
            <a:ext cx="1868646" cy="877941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9451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ysClr val="windowText" lastClr="000000"/>
      </a:dk1>
      <a:lt1>
        <a:sysClr val="window" lastClr="FFFFFF"/>
      </a:lt1>
      <a:dk2>
        <a:srgbClr val="7F7F7F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sz="2000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 w="571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19050"/>
      </a:spPr>
      <a:bodyPr wrap="square" rtlCol="0">
        <a:noAutofit/>
      </a:bodyPr>
      <a:lstStyle>
        <a:defPPr algn="l">
          <a:defRPr kumimoji="1" sz="2000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プレゼンテーション1" id="{20FE7CA5-049E-4E57-89B1-5DDB5D195BBB}" vid="{E899C4B0-ABD2-434C-B9D8-30FD50B0EDC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gowatana_20201101-01</Template>
  <TotalTime>50593</TotalTime>
  <Words>232</Words>
  <Application>Microsoft Office PowerPoint</Application>
  <PresentationFormat>ワイド画面</PresentationFormat>
  <Paragraphs>51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メイリオ</vt:lpstr>
      <vt:lpstr>游ゴシック</vt:lpstr>
      <vt:lpstr>Arial</vt:lpstr>
      <vt:lpstr>Calibri</vt:lpstr>
      <vt:lpstr>Wingdings</vt:lpstr>
      <vt:lpstr>Office テーマ</vt:lpstr>
      <vt:lpstr>Nutanix Enterprise AI 2.4 ラボ | ブログの流れ</vt:lpstr>
      <vt:lpstr>NAI 2.4 | Part-01：前提インフラの準備</vt:lpstr>
      <vt:lpstr>NAI 2.4 | Part-02：作業用マシンの準備</vt:lpstr>
      <vt:lpstr>NAI 2.4 | Part-03：NKP クラスタの準備</vt:lpstr>
      <vt:lpstr>NAI 2.4 | Part-04：要件ソフトウェアのインストール</vt:lpstr>
      <vt:lpstr>NAI 2.4 | Part-05：NAI（nai-core）のインストール</vt:lpstr>
      <vt:lpstr>NAI 2.4 | Part-06：NAI-UI でのモデル ダウンロード</vt:lpstr>
      <vt:lpstr>NAI 2.4 | Part-07：NAI-UI でのエンドポイント作成</vt:lpstr>
      <vt:lpstr>NAI 2.4 | Part-08：NVIDIA NIM の利用</vt:lpstr>
      <vt:lpstr>NAI 2.4 | デモ アプリの登録・起動</vt:lpstr>
      <vt:lpstr>グレーアウト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 Go</dc:creator>
  <cp:lastModifiedBy>Go Watanabe</cp:lastModifiedBy>
  <cp:revision>11</cp:revision>
  <dcterms:created xsi:type="dcterms:W3CDTF">2021-03-23T12:56:58Z</dcterms:created>
  <dcterms:modified xsi:type="dcterms:W3CDTF">2026-04-27T17:26:01Z</dcterms:modified>
</cp:coreProperties>
</file>